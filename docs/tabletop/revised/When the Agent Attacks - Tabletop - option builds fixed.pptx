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32"/>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A06CD3-E80A-9F61-40F3-A7657290E2FE}" v="43" dt="2026-10-08T19:57:00.9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2328"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387EF375-F020-4633-9EC3-E9EBAEE7E1FC}"/>
    <pc:docChg chg="addSld delSld modSld sldOrd">
      <pc:chgData name="" userId="" providerId="" clId="Web-{387EF375-F020-4633-9EC3-E9EBAEE7E1FC}" dt="2026-09-29T12:57:02.400" v="22" actId="34807"/>
      <pc:docMkLst>
        <pc:docMk/>
      </pc:docMkLst>
      <pc:sldChg chg="addSp delSp modSp ord modNotesTx">
        <pc:chgData name="" userId="" providerId="" clId="Web-{387EF375-F020-4633-9EC3-E9EBAEE7E1FC}" dt="2026-09-29T12:56:12.117" v="21" actId="34807"/>
        <pc:sldMkLst>
          <pc:docMk/>
          <pc:sldMk cId="1139036792" sldId="256"/>
        </pc:sldMkLst>
        <pc:spChg chg="mod">
          <ac:chgData name="" userId="" providerId="" clId="Web-{387EF375-F020-4633-9EC3-E9EBAEE7E1FC}" dt="2026-09-29T12:53:52.269" v="1" actId="34807"/>
          <ac:spMkLst>
            <pc:docMk/>
            <pc:sldMk cId="1139036792" sldId="256"/>
            <ac:spMk id="3" creationId="{39893A58-575F-4920-AE17-7500B3B734AE}"/>
          </ac:spMkLst>
        </pc:spChg>
        <pc:spChg chg="mod">
          <ac:chgData name="" userId="" providerId="" clId="Web-{387EF375-F020-4633-9EC3-E9EBAEE7E1FC}" dt="2026-09-29T12:53:52.269" v="1" actId="34807"/>
          <ac:spMkLst>
            <pc:docMk/>
            <pc:sldMk cId="1139036792" sldId="256"/>
            <ac:spMk id="4" creationId="{CFC32549-F596-4708-9453-7A23BD55E13A}"/>
          </ac:spMkLst>
        </pc:spChg>
        <pc:spChg chg="add mod">
          <ac:chgData name="" userId="" providerId="" clId="Web-{387EF375-F020-4633-9EC3-E9EBAEE7E1FC}" dt="2026-09-29T12:56:11.305" v="20" actId="34807"/>
          <ac:spMkLst>
            <pc:docMk/>
            <pc:sldMk cId="1139036792" sldId="256"/>
            <ac:spMk id="22546" creationId="{579425C7-0FA2-17CD-22C5-D5905148ACF3}"/>
          </ac:spMkLst>
        </pc:spChg>
      </pc:sldChg>
      <pc:sldChg chg="modSp ord modNotesTx">
        <pc:chgData name="" userId="" providerId="" clId="Web-{387EF375-F020-4633-9EC3-E9EBAEE7E1FC}" dt="2026-09-29T12:57:02.400" v="22" actId="34807"/>
        <pc:sldMkLst>
          <pc:docMk/>
          <pc:sldMk cId="1336998288" sldId="269"/>
        </pc:sldMkLst>
        <pc:spChg chg="mod">
          <ac:chgData name="" userId="" providerId="" clId="Web-{387EF375-F020-4633-9EC3-E9EBAEE7E1FC}" dt="2026-09-29T12:53:53.238" v="3" actId="34807"/>
          <ac:spMkLst>
            <pc:docMk/>
            <pc:sldMk cId="1336998288" sldId="269"/>
            <ac:spMk id="2" creationId="{26D154CD-067F-4BFF-98A8-26D0C160ECF2}"/>
          </ac:spMkLst>
        </pc:spChg>
        <pc:spChg chg="mod">
          <ac:chgData name="" userId="" providerId="" clId="Web-{387EF375-F020-4633-9EC3-E9EBAEE7E1FC}" dt="2026-09-29T12:53:54.097" v="5" actId="34807"/>
          <ac:spMkLst>
            <pc:docMk/>
            <pc:sldMk cId="1336998288" sldId="269"/>
            <ac:spMk id="4" creationId="{11608AA7-A6D5-4BCF-8EF5-F3BDD91199E9}"/>
          </ac:spMkLst>
        </pc:spChg>
        <pc:spChg chg="mod">
          <ac:chgData name="" userId="" providerId="" clId="Web-{387EF375-F020-4633-9EC3-E9EBAEE7E1FC}" dt="2026-09-29T12:53:53.238" v="3" actId="34807"/>
          <ac:spMkLst>
            <pc:docMk/>
            <pc:sldMk cId="1336998288" sldId="269"/>
            <ac:spMk id="5" creationId="{1DBF02BB-6B67-4980-8BB4-2D97CEE07D17}"/>
          </ac:spMkLst>
        </pc:spChg>
        <pc:spChg chg="mod">
          <ac:chgData name="" userId="" providerId="" clId="Web-{387EF375-F020-4633-9EC3-E9EBAEE7E1FC}" dt="2026-09-29T12:57:02.400" v="22" actId="34807"/>
          <ac:spMkLst>
            <pc:docMk/>
            <pc:sldMk cId="1336998288" sldId="269"/>
            <ac:spMk id="7" creationId="{A05CED83-B177-4480-8730-33B72DC19DBB}"/>
          </ac:spMkLst>
        </pc:spChg>
        <pc:spChg chg="mod">
          <ac:chgData name="" userId="" providerId="" clId="Web-{387EF375-F020-4633-9EC3-E9EBAEE7E1FC}" dt="2026-09-29T12:53:53.238" v="3" actId="34807"/>
          <ac:spMkLst>
            <pc:docMk/>
            <pc:sldMk cId="1336998288" sldId="269"/>
            <ac:spMk id="8" creationId="{530E1CB8-A7A7-44BF-849E-5832692C2E94}"/>
          </ac:spMkLst>
        </pc:spChg>
        <pc:spChg chg="mod">
          <ac:chgData name="" userId="" providerId="" clId="Web-{387EF375-F020-4633-9EC3-E9EBAEE7E1FC}" dt="2026-09-29T12:57:02.400" v="22" actId="34807"/>
          <ac:spMkLst>
            <pc:docMk/>
            <pc:sldMk cId="1336998288" sldId="269"/>
            <ac:spMk id="10" creationId="{93F21FD3-9373-4B1E-A18F-9B6E34CED72F}"/>
          </ac:spMkLst>
        </pc:spChg>
        <pc:spChg chg="mod">
          <ac:chgData name="" userId="" providerId="" clId="Web-{387EF375-F020-4633-9EC3-E9EBAEE7E1FC}" dt="2026-09-29T12:53:53.238" v="3" actId="34807"/>
          <ac:spMkLst>
            <pc:docMk/>
            <pc:sldMk cId="1336998288" sldId="269"/>
            <ac:spMk id="11" creationId="{4471F6DF-B705-4C63-B56C-24A733881B9D}"/>
          </ac:spMkLst>
        </pc:spChg>
        <pc:spChg chg="mod">
          <ac:chgData name="" userId="" providerId="" clId="Web-{387EF375-F020-4633-9EC3-E9EBAEE7E1FC}" dt="2026-09-29T12:57:02.400" v="22" actId="34807"/>
          <ac:spMkLst>
            <pc:docMk/>
            <pc:sldMk cId="1336998288" sldId="269"/>
            <ac:spMk id="13" creationId="{205D5B7F-D82A-4138-B4E3-5DB765FA6608}"/>
          </ac:spMkLst>
        </pc:spChg>
        <pc:spChg chg="mod">
          <ac:chgData name="" userId="" providerId="" clId="Web-{387EF375-F020-4633-9EC3-E9EBAEE7E1FC}" dt="2026-09-29T12:53:53.238" v="3" actId="34807"/>
          <ac:spMkLst>
            <pc:docMk/>
            <pc:sldMk cId="1336998288" sldId="269"/>
            <ac:spMk id="14" creationId="{B1D665D9-CDB6-46DD-9613-40305E11E4C2}"/>
          </ac:spMkLst>
        </pc:spChg>
        <pc:spChg chg="mod">
          <ac:chgData name="" userId="" providerId="" clId="Web-{387EF375-F020-4633-9EC3-E9EBAEE7E1FC}" dt="2026-09-29T12:57:02.400" v="22" actId="34807"/>
          <ac:spMkLst>
            <pc:docMk/>
            <pc:sldMk cId="1336998288" sldId="269"/>
            <ac:spMk id="16" creationId="{A570424D-AA15-4E0D-B89F-DABCD85BADE0}"/>
          </ac:spMkLst>
        </pc:spChg>
        <pc:spChg chg="mod">
          <ac:chgData name="" userId="" providerId="" clId="Web-{387EF375-F020-4633-9EC3-E9EBAEE7E1FC}" dt="2026-09-29T12:57:02.400" v="22" actId="34807"/>
          <ac:spMkLst>
            <pc:docMk/>
            <pc:sldMk cId="1336998288" sldId="269"/>
            <ac:spMk id="19" creationId="{539B8733-D7A8-4D75-873A-29EA046D82C0}"/>
          </ac:spMkLst>
        </pc:spChg>
        <pc:spChg chg="mod">
          <ac:chgData name="" userId="" providerId="" clId="Web-{387EF375-F020-4633-9EC3-E9EBAEE7E1FC}" dt="2026-09-29T12:53:53.238" v="3" actId="34807"/>
          <ac:spMkLst>
            <pc:docMk/>
            <pc:sldMk cId="1336998288" sldId="269"/>
            <ac:spMk id="20" creationId="{E783BB61-7A92-42E9-B571-E74431F80D1B}"/>
          </ac:spMkLst>
        </pc:spChg>
        <pc:spChg chg="mod">
          <ac:chgData name="" userId="" providerId="" clId="Web-{387EF375-F020-4633-9EC3-E9EBAEE7E1FC}" dt="2026-09-29T12:56:12.117" v="21" actId="34807"/>
          <ac:spMkLst>
            <pc:docMk/>
            <pc:sldMk cId="1336998288" sldId="269"/>
            <ac:spMk id="21" creationId="{2FD3BC4C-E0A1-4628-9AA6-C29D3C8A27D0}"/>
          </ac:spMkLst>
        </pc:spChg>
        <pc:spChg chg="mod">
          <ac:chgData name="" userId="" providerId="" clId="Web-{387EF375-F020-4633-9EC3-E9EBAEE7E1FC}" dt="2026-09-29T12:53:53.722" v="4" actId="34807"/>
          <ac:spMkLst>
            <pc:docMk/>
            <pc:sldMk cId="1336998288" sldId="269"/>
            <ac:spMk id="22" creationId="{D87CD75A-9B6C-4DD1-9C3C-F8C65F93CABE}"/>
          </ac:spMkLst>
        </pc:spChg>
      </pc:sldChg>
      <pc:sldChg chg="modSp ord modNotesTx">
        <pc:chgData name="" userId="" providerId="" clId="Web-{387EF375-F020-4633-9EC3-E9EBAEE7E1FC}" dt="2026-09-29T12:54:34.739" v="19" actId="34807"/>
        <pc:sldMkLst>
          <pc:docMk/>
          <pc:sldMk cId="1034358059" sldId="270"/>
        </pc:sldMkLst>
        <pc:spChg chg="mod">
          <ac:chgData name="" userId="" providerId="" clId="Web-{387EF375-F020-4633-9EC3-E9EBAEE7E1FC}" dt="2026-09-29T12:53:54.097" v="5" actId="34807"/>
          <ac:spMkLst>
            <pc:docMk/>
            <pc:sldMk cId="1034358059" sldId="270"/>
            <ac:spMk id="2" creationId="{43A32D22-DE9E-407C-94B1-9D5F9FA9759E}"/>
          </ac:spMkLst>
        </pc:spChg>
        <pc:spChg chg="mod">
          <ac:chgData name="" userId="" providerId="" clId="Web-{387EF375-F020-4633-9EC3-E9EBAEE7E1FC}" dt="2026-09-29T12:53:54.551" v="6" actId="34807"/>
          <ac:spMkLst>
            <pc:docMk/>
            <pc:sldMk cId="1034358059" sldId="270"/>
            <ac:spMk id="4" creationId="{53866CAE-A4E1-4AAD-B5C3-BD83A3CA5695}"/>
          </ac:spMkLst>
        </pc:spChg>
        <pc:spChg chg="mod">
          <ac:chgData name="" userId="" providerId="" clId="Web-{387EF375-F020-4633-9EC3-E9EBAEE7E1FC}" dt="2026-09-29T12:53:54.097" v="5" actId="34807"/>
          <ac:spMkLst>
            <pc:docMk/>
            <pc:sldMk cId="1034358059" sldId="270"/>
            <ac:spMk id="6" creationId="{C67A2B82-B478-49B5-9232-9496955C441D}"/>
          </ac:spMkLst>
        </pc:spChg>
        <pc:spChg chg="mod">
          <ac:chgData name="" userId="" providerId="" clId="Web-{387EF375-F020-4633-9EC3-E9EBAEE7E1FC}" dt="2026-09-29T12:53:54.097" v="5" actId="34807"/>
          <ac:spMkLst>
            <pc:docMk/>
            <pc:sldMk cId="1034358059" sldId="270"/>
            <ac:spMk id="8" creationId="{28E92220-61FD-4243-BFC3-113FAA3D1CBA}"/>
          </ac:spMkLst>
        </pc:spChg>
        <pc:spChg chg="mod">
          <ac:chgData name="" userId="" providerId="" clId="Web-{387EF375-F020-4633-9EC3-E9EBAEE7E1FC}" dt="2026-09-29T12:53:54.097" v="5" actId="34807"/>
          <ac:spMkLst>
            <pc:docMk/>
            <pc:sldMk cId="1034358059" sldId="270"/>
            <ac:spMk id="10" creationId="{289069E4-8646-4FD0-8EA1-D9C4943F1F44}"/>
          </ac:spMkLst>
        </pc:spChg>
        <pc:spChg chg="mod">
          <ac:chgData name="" userId="" providerId="" clId="Web-{387EF375-F020-4633-9EC3-E9EBAEE7E1FC}" dt="2026-09-29T12:53:54.097" v="5" actId="34807"/>
          <ac:spMkLst>
            <pc:docMk/>
            <pc:sldMk cId="1034358059" sldId="270"/>
            <ac:spMk id="12" creationId="{B3F6E13E-69AC-43BD-9518-F3ABAE9E41FE}"/>
          </ac:spMkLst>
        </pc:spChg>
        <pc:spChg chg="mod">
          <ac:chgData name="" userId="" providerId="" clId="Web-{387EF375-F020-4633-9EC3-E9EBAEE7E1FC}" dt="2026-09-29T12:53:54.097" v="5" actId="34807"/>
          <ac:spMkLst>
            <pc:docMk/>
            <pc:sldMk cId="1034358059" sldId="270"/>
            <ac:spMk id="14" creationId="{871188A2-356E-482C-9B0E-A6CB0CFD9FAB}"/>
          </ac:spMkLst>
        </pc:spChg>
        <pc:spChg chg="mod">
          <ac:chgData name="" userId="" providerId="" clId="Web-{387EF375-F020-4633-9EC3-E9EBAEE7E1FC}" dt="2026-09-29T12:53:54.097" v="5" actId="34807"/>
          <ac:spMkLst>
            <pc:docMk/>
            <pc:sldMk cId="1034358059" sldId="270"/>
            <ac:spMk id="16" creationId="{641E5360-57D0-4B7A-AE69-270AF860F4AE}"/>
          </ac:spMkLst>
        </pc:spChg>
        <pc:spChg chg="mod">
          <ac:chgData name="" userId="" providerId="" clId="Web-{387EF375-F020-4633-9EC3-E9EBAEE7E1FC}" dt="2026-09-29T12:53:54.097" v="5" actId="34807"/>
          <ac:spMkLst>
            <pc:docMk/>
            <pc:sldMk cId="1034358059" sldId="270"/>
            <ac:spMk id="18" creationId="{21697AB2-0583-492B-B26B-1BE1445CC5FE}"/>
          </ac:spMkLst>
        </pc:spChg>
      </pc:sldChg>
      <pc:sldChg chg="modSp ord modNotesTx">
        <pc:chgData name="" userId="" providerId="" clId="Web-{387EF375-F020-4633-9EC3-E9EBAEE7E1FC}" dt="2026-09-29T12:54:34.739" v="19" actId="34807"/>
        <pc:sldMkLst>
          <pc:docMk/>
          <pc:sldMk cId="459768156" sldId="273"/>
        </pc:sldMkLst>
        <pc:spChg chg="mod">
          <ac:chgData name="" userId="" providerId="" clId="Web-{387EF375-F020-4633-9EC3-E9EBAEE7E1FC}" dt="2026-09-29T12:53:52.269" v="1" actId="34807"/>
          <ac:spMkLst>
            <pc:docMk/>
            <pc:sldMk cId="459768156" sldId="273"/>
            <ac:spMk id="2" creationId="{F162D31F-1CAD-4CBD-8342-3638989FA671}"/>
          </ac:spMkLst>
        </pc:spChg>
        <pc:spChg chg="mod">
          <ac:chgData name="" userId="" providerId="" clId="Web-{387EF375-F020-4633-9EC3-E9EBAEE7E1FC}" dt="2026-09-29T12:53:53.238" v="3" actId="34807"/>
          <ac:spMkLst>
            <pc:docMk/>
            <pc:sldMk cId="459768156" sldId="273"/>
            <ac:spMk id="4" creationId="{4A7812CD-B9C6-4337-AFD7-787AA620A46B}"/>
          </ac:spMkLst>
        </pc:spChg>
        <pc:spChg chg="mod">
          <ac:chgData name="" userId="" providerId="" clId="Web-{387EF375-F020-4633-9EC3-E9EBAEE7E1FC}" dt="2026-09-29T12:53:52.269" v="1" actId="34807"/>
          <ac:spMkLst>
            <pc:docMk/>
            <pc:sldMk cId="459768156" sldId="273"/>
            <ac:spMk id="5" creationId="{E57136DC-7D71-46D5-A325-5B529CFC5F95}"/>
          </ac:spMkLst>
        </pc:spChg>
        <pc:spChg chg="mod">
          <ac:chgData name="" userId="" providerId="" clId="Web-{387EF375-F020-4633-9EC3-E9EBAEE7E1FC}" dt="2026-09-29T12:53:52.269" v="1" actId="34807"/>
          <ac:spMkLst>
            <pc:docMk/>
            <pc:sldMk cId="459768156" sldId="273"/>
            <ac:spMk id="14" creationId="{881B5AB9-533A-4682-97DB-BABDA52AEB55}"/>
          </ac:spMkLst>
        </pc:spChg>
        <pc:spChg chg="mod">
          <ac:chgData name="" userId="" providerId="" clId="Web-{387EF375-F020-4633-9EC3-E9EBAEE7E1FC}" dt="2026-09-29T12:53:52.816" v="2" actId="34807"/>
          <ac:spMkLst>
            <pc:docMk/>
            <pc:sldMk cId="459768156" sldId="273"/>
            <ac:spMk id="35" creationId="{8BFC9EF2-9757-45E2-819F-7AE665499D7E}"/>
          </ac:spMkLst>
        </pc:spChg>
      </pc:sldChg>
      <pc:sldChg chg="addSp modSp add mod ord setBg modNotesTx">
        <pc:chgData name="" userId="" providerId="" clId="Web-{387EF375-F020-4633-9EC3-E9EBAEE7E1FC}" dt="2026-09-29T12:56:12.117" v="21" actId="34807"/>
        <pc:sldMkLst>
          <pc:docMk/>
          <pc:sldMk cId="489832098" sldId="475"/>
        </pc:sldMkLst>
        <pc:spChg chg="add mod">
          <ac:chgData name="" userId="" providerId="" clId="Web-{387EF375-F020-4633-9EC3-E9EBAEE7E1FC}" dt="2026-09-29T12:54:03.473" v="11" actId="34807"/>
          <ac:spMkLst>
            <pc:docMk/>
            <pc:sldMk cId="489832098" sldId="475"/>
            <ac:spMk id="61" creationId="{00B8B55C-A300-4211-7C27-78FB83108933}"/>
          </ac:spMkLst>
        </pc:spChg>
        <pc:spChg chg="add mod">
          <ac:chgData name="" userId="" providerId="" clId="Web-{387EF375-F020-4633-9EC3-E9EBAEE7E1FC}" dt="2026-09-29T12:53:59.769" v="8" actId="34807"/>
          <ac:spMkLst>
            <pc:docMk/>
            <pc:sldMk cId="489832098" sldId="475"/>
            <ac:spMk id="70" creationId="{0AA0B8D7-F0B7-0373-1911-DD4350C27869}"/>
          </ac:spMkLst>
        </pc:spChg>
        <pc:spChg chg="add mod">
          <ac:chgData name="" userId="" providerId="" clId="Web-{387EF375-F020-4633-9EC3-E9EBAEE7E1FC}" dt="2026-09-29T12:53:59.769" v="8" actId="34807"/>
          <ac:spMkLst>
            <pc:docMk/>
            <pc:sldMk cId="489832098" sldId="475"/>
            <ac:spMk id="75" creationId="{5D0CED58-54F6-2337-C801-BFA0EBDFB11D}"/>
          </ac:spMkLst>
        </pc:spChg>
        <pc:spChg chg="add mod">
          <ac:chgData name="" userId="" providerId="" clId="Web-{387EF375-F020-4633-9EC3-E9EBAEE7E1FC}" dt="2026-09-29T12:53:59.769" v="8" actId="34807"/>
          <ac:spMkLst>
            <pc:docMk/>
            <pc:sldMk cId="489832098" sldId="475"/>
            <ac:spMk id="88" creationId="{0C91C306-1913-B6F1-BEDF-3E648C39657C}"/>
          </ac:spMkLst>
        </pc:spChg>
        <pc:spChg chg="add mod">
          <ac:chgData name="" userId="" providerId="" clId="Web-{387EF375-F020-4633-9EC3-E9EBAEE7E1FC}" dt="2026-09-29T12:56:12.117" v="21" actId="34807"/>
          <ac:spMkLst>
            <pc:docMk/>
            <pc:sldMk cId="489832098" sldId="475"/>
            <ac:spMk id="96" creationId="{DF9DD358-FEE3-7566-E0F3-A0612DEB44A2}"/>
          </ac:spMkLst>
        </pc:spChg>
        <pc:spChg chg="add mod">
          <ac:chgData name="" userId="" providerId="" clId="Web-{387EF375-F020-4633-9EC3-E9EBAEE7E1FC}" dt="2026-09-29T12:53:59.769" v="8" actId="34807"/>
          <ac:spMkLst>
            <pc:docMk/>
            <pc:sldMk cId="489832098" sldId="475"/>
            <ac:spMk id="105" creationId="{55949344-B5F0-7442-CF0C-A095DE9F0543}"/>
          </ac:spMkLst>
        </pc:spChg>
        <pc:spChg chg="add mod">
          <ac:chgData name="" userId="" providerId="" clId="Web-{387EF375-F020-4633-9EC3-E9EBAEE7E1FC}" dt="2026-09-29T12:53:59.769" v="8" actId="34807"/>
          <ac:spMkLst>
            <pc:docMk/>
            <pc:sldMk cId="489832098" sldId="475"/>
            <ac:spMk id="115" creationId="{A274D405-12DD-D49A-38C8-31E5FB0E24B2}"/>
          </ac:spMkLst>
        </pc:spChg>
        <pc:spChg chg="mod">
          <ac:chgData name="" userId="" providerId="" clId="Web-{387EF375-F020-4633-9EC3-E9EBAEE7E1FC}" dt="2026-09-29T12:56:12.117" v="21" actId="34807"/>
          <ac:spMkLst>
            <pc:docMk/>
            <pc:sldMk cId="489832098" sldId="475"/>
            <ac:spMk id="126" creationId="{AC60F8E1-B650-1963-B95F-A236DED98260}"/>
          </ac:spMkLst>
        </pc:spChg>
        <pc:spChg chg="add mod">
          <ac:chgData name="" userId="" providerId="" clId="Web-{387EF375-F020-4633-9EC3-E9EBAEE7E1FC}" dt="2026-09-29T12:53:59.769" v="8" actId="34807"/>
          <ac:spMkLst>
            <pc:docMk/>
            <pc:sldMk cId="489832098" sldId="475"/>
            <ac:spMk id="138" creationId="{05050908-30AF-6487-B540-D505A7EB3F0A}"/>
          </ac:spMkLst>
        </pc:spChg>
        <pc:spChg chg="mod">
          <ac:chgData name="" userId="" providerId="" clId="Web-{387EF375-F020-4633-9EC3-E9EBAEE7E1FC}" dt="2026-09-29T12:56:12.117" v="21" actId="34807"/>
          <ac:spMkLst>
            <pc:docMk/>
            <pc:sldMk cId="489832098" sldId="475"/>
            <ac:spMk id="165" creationId="{0520E2C8-3BBE-F95E-5423-95617AF81DBC}"/>
          </ac:spMkLst>
        </pc:spChg>
        <pc:spChg chg="add mod">
          <ac:chgData name="" userId="" providerId="" clId="Web-{387EF375-F020-4633-9EC3-E9EBAEE7E1FC}" dt="2026-09-29T12:53:59.769" v="8" actId="34807"/>
          <ac:spMkLst>
            <pc:docMk/>
            <pc:sldMk cId="489832098" sldId="475"/>
            <ac:spMk id="180" creationId="{D9D05F14-4FF2-A26B-2378-C27F8746CF88}"/>
          </ac:spMkLst>
        </pc:spChg>
        <pc:spChg chg="add mod">
          <ac:chgData name="" userId="" providerId="" clId="Web-{387EF375-F020-4633-9EC3-E9EBAEE7E1FC}" dt="2026-09-29T12:53:59.769" v="8" actId="34807"/>
          <ac:spMkLst>
            <pc:docMk/>
            <pc:sldMk cId="489832098" sldId="475"/>
            <ac:spMk id="196" creationId="{5443994C-7941-AA2E-334A-D6244F6293DA}"/>
          </ac:spMkLst>
        </pc:spChg>
        <pc:picChg chg="add">
          <ac:chgData name="" userId="" providerId="" clId="Web-{387EF375-F020-4633-9EC3-E9EBAEE7E1FC}" dt="2026-09-29T12:54:01.035" v="9" actId="34807"/>
          <ac:picMkLst>
            <pc:docMk/>
            <pc:sldMk cId="489832098" sldId="475"/>
            <ac:picMk id="2762" creationId="{676226BA-5ECB-A457-B40A-526319B4A54D}"/>
          </ac:picMkLst>
        </pc:picChg>
      </pc:sldChg>
      <pc:sldChg chg="addSp modSp add mod ord setBg modNotesTx">
        <pc:chgData name="" userId="" providerId="" clId="Web-{387EF375-F020-4633-9EC3-E9EBAEE7E1FC}" dt="2026-09-29T12:54:34.739" v="19" actId="34807"/>
        <pc:sldMkLst>
          <pc:docMk/>
          <pc:sldMk cId="1908038838" sldId="677"/>
        </pc:sldMkLst>
        <pc:spChg chg="mod">
          <ac:chgData name="" userId="" providerId="" clId="Web-{387EF375-F020-4633-9EC3-E9EBAEE7E1FC}" dt="2026-09-29T12:54:03.473" v="11" actId="34807"/>
          <ac:spMkLst>
            <pc:docMk/>
            <pc:sldMk cId="1908038838" sldId="677"/>
            <ac:spMk id="213" creationId="{016656A6-7D06-EEFC-EA35-6F4E3261DDB4}"/>
          </ac:spMkLst>
        </pc:spChg>
        <pc:spChg chg="add mod">
          <ac:chgData name="" userId="" providerId="" clId="Web-{387EF375-F020-4633-9EC3-E9EBAEE7E1FC}" dt="2026-09-29T12:53:59.769" v="8" actId="34807"/>
          <ac:spMkLst>
            <pc:docMk/>
            <pc:sldMk cId="1908038838" sldId="677"/>
            <ac:spMk id="231" creationId="{6A99E869-73BB-8A21-D492-655F8569F200}"/>
          </ac:spMkLst>
        </pc:spChg>
        <pc:spChg chg="mod">
          <ac:chgData name="" userId="" providerId="" clId="Web-{387EF375-F020-4633-9EC3-E9EBAEE7E1FC}" dt="2026-09-29T12:54:03.473" v="11" actId="34807"/>
          <ac:spMkLst>
            <pc:docMk/>
            <pc:sldMk cId="1908038838" sldId="677"/>
            <ac:spMk id="336" creationId="{5DFEE2E8-7D53-959E-7469-826F1EBABDAC}"/>
          </ac:spMkLst>
        </pc:spChg>
        <pc:spChg chg="mod">
          <ac:chgData name="" userId="" providerId="" clId="Web-{387EF375-F020-4633-9EC3-E9EBAEE7E1FC}" dt="2026-09-29T12:54:03.473" v="11" actId="34807"/>
          <ac:spMkLst>
            <pc:docMk/>
            <pc:sldMk cId="1908038838" sldId="677"/>
            <ac:spMk id="360" creationId="{CFE37B4F-4B33-5283-FC65-A8800A7A8BF4}"/>
          </ac:spMkLst>
        </pc:spChg>
        <pc:spChg chg="add mod">
          <ac:chgData name="" userId="" providerId="" clId="Web-{387EF375-F020-4633-9EC3-E9EBAEE7E1FC}" dt="2026-09-29T12:53:59.769" v="8" actId="34807"/>
          <ac:spMkLst>
            <pc:docMk/>
            <pc:sldMk cId="1908038838" sldId="677"/>
            <ac:spMk id="385" creationId="{909AB293-F080-B886-35C5-FEA295210BD4}"/>
          </ac:spMkLst>
        </pc:spChg>
        <pc:spChg chg="add mod">
          <ac:chgData name="" userId="" providerId="" clId="Web-{387EF375-F020-4633-9EC3-E9EBAEE7E1FC}" dt="2026-09-29T12:53:59.769" v="8" actId="34807"/>
          <ac:spMkLst>
            <pc:docMk/>
            <pc:sldMk cId="1908038838" sldId="677"/>
            <ac:spMk id="466" creationId="{20A27A55-3DF0-DC62-2004-42BBD785165B}"/>
          </ac:spMkLst>
        </pc:spChg>
        <pc:spChg chg="add mod">
          <ac:chgData name="" userId="" providerId="" clId="Web-{387EF375-F020-4633-9EC3-E9EBAEE7E1FC}" dt="2026-09-29T12:53:59.769" v="8" actId="34807"/>
          <ac:spMkLst>
            <pc:docMk/>
            <pc:sldMk cId="1908038838" sldId="677"/>
            <ac:spMk id="556" creationId="{80A06048-5F62-2CE1-641D-A43B3EFDCD77}"/>
          </ac:spMkLst>
        </pc:spChg>
        <pc:spChg chg="add mod">
          <ac:chgData name="" userId="" providerId="" clId="Web-{387EF375-F020-4633-9EC3-E9EBAEE7E1FC}" dt="2026-09-29T12:53:59.769" v="8" actId="34807"/>
          <ac:spMkLst>
            <pc:docMk/>
            <pc:sldMk cId="1908038838" sldId="677"/>
            <ac:spMk id="621" creationId="{572763A9-0D8E-88C8-C341-F1CAA59694E6}"/>
          </ac:spMkLst>
        </pc:spChg>
        <pc:spChg chg="add mod">
          <ac:chgData name="" userId="" providerId="" clId="Web-{387EF375-F020-4633-9EC3-E9EBAEE7E1FC}" dt="2026-09-29T12:53:59.769" v="8" actId="34807"/>
          <ac:spMkLst>
            <pc:docMk/>
            <pc:sldMk cId="1908038838" sldId="677"/>
            <ac:spMk id="690" creationId="{2AF3B7F1-03ED-F2BC-D1F9-CB4144C7CD19}"/>
          </ac:spMkLst>
        </pc:spChg>
        <pc:spChg chg="add mod">
          <ac:chgData name="" userId="" providerId="" clId="Web-{387EF375-F020-4633-9EC3-E9EBAEE7E1FC}" dt="2026-09-29T12:53:59.769" v="8" actId="34807"/>
          <ac:spMkLst>
            <pc:docMk/>
            <pc:sldMk cId="1908038838" sldId="677"/>
            <ac:spMk id="726" creationId="{A32EDC47-7303-2AEB-64EC-F86E99DEB13C}"/>
          </ac:spMkLst>
        </pc:spChg>
        <pc:spChg chg="add mod">
          <ac:chgData name="" userId="" providerId="" clId="Web-{387EF375-F020-4633-9EC3-E9EBAEE7E1FC}" dt="2026-09-29T12:53:59.769" v="8" actId="34807"/>
          <ac:spMkLst>
            <pc:docMk/>
            <pc:sldMk cId="1908038838" sldId="677"/>
            <ac:spMk id="763" creationId="{F12A0127-1F47-231D-F62F-A9F1B668F16F}"/>
          </ac:spMkLst>
        </pc:spChg>
        <pc:spChg chg="add mod">
          <ac:chgData name="" userId="" providerId="" clId="Web-{387EF375-F020-4633-9EC3-E9EBAEE7E1FC}" dt="2026-09-29T12:53:59.769" v="8" actId="34807"/>
          <ac:spMkLst>
            <pc:docMk/>
            <pc:sldMk cId="1908038838" sldId="677"/>
            <ac:spMk id="840" creationId="{BF52376B-EA85-22A5-A8C2-00B80A9FF86C}"/>
          </ac:spMkLst>
        </pc:spChg>
        <pc:spChg chg="add mod">
          <ac:chgData name="" userId="" providerId="" clId="Web-{387EF375-F020-4633-9EC3-E9EBAEE7E1FC}" dt="2026-09-29T12:53:59.769" v="8" actId="34807"/>
          <ac:spMkLst>
            <pc:docMk/>
            <pc:sldMk cId="1908038838" sldId="677"/>
            <ac:spMk id="963" creationId="{2D82BE78-C878-EFF5-6E8E-6946CDBC3F25}"/>
          </ac:spMkLst>
        </pc:spChg>
      </pc:sldChg>
      <pc:sldChg chg="addSp modSp add mod ord setBg modNotesTx">
        <pc:chgData name="" userId="" providerId="" clId="Web-{387EF375-F020-4633-9EC3-E9EBAEE7E1FC}" dt="2026-09-29T12:54:34.739" v="19" actId="34807"/>
        <pc:sldMkLst>
          <pc:docMk/>
          <pc:sldMk cId="1897550662" sldId="880"/>
        </pc:sldMkLst>
        <pc:spChg chg="add mod">
          <ac:chgData name="" userId="" providerId="" clId="Web-{387EF375-F020-4633-9EC3-E9EBAEE7E1FC}" dt="2026-09-29T12:54:03.473" v="11" actId="34807"/>
          <ac:spMkLst>
            <pc:docMk/>
            <pc:sldMk cId="1897550662" sldId="880"/>
            <ac:spMk id="1006" creationId="{3A872F2D-9948-10DE-EEE2-7664FDA06C59}"/>
          </ac:spMkLst>
        </pc:spChg>
        <pc:spChg chg="add mod">
          <ac:chgData name="" userId="" providerId="" clId="Web-{387EF375-F020-4633-9EC3-E9EBAEE7E1FC}" dt="2026-09-29T12:53:59.769" v="8" actId="34807"/>
          <ac:spMkLst>
            <pc:docMk/>
            <pc:sldMk cId="1897550662" sldId="880"/>
            <ac:spMk id="1050" creationId="{7BAC37FC-75EF-6AF0-DEFA-CF90D38C722C}"/>
          </ac:spMkLst>
        </pc:spChg>
        <pc:spChg chg="add mod">
          <ac:chgData name="" userId="" providerId="" clId="Web-{387EF375-F020-4633-9EC3-E9EBAEE7E1FC}" dt="2026-09-29T12:53:59.769" v="8" actId="34807"/>
          <ac:spMkLst>
            <pc:docMk/>
            <pc:sldMk cId="1897550662" sldId="880"/>
            <ac:spMk id="1095" creationId="{40525B49-6021-C4FA-9E22-F782B03FFB90}"/>
          </ac:spMkLst>
        </pc:spChg>
        <pc:spChg chg="add mod">
          <ac:chgData name="" userId="" providerId="" clId="Web-{387EF375-F020-4633-9EC3-E9EBAEE7E1FC}" dt="2026-09-29T12:53:59.769" v="8" actId="34807"/>
          <ac:spMkLst>
            <pc:docMk/>
            <pc:sldMk cId="1897550662" sldId="880"/>
            <ac:spMk id="1335" creationId="{932B2B6F-EDE4-8414-A950-7A59436E62B0}"/>
          </ac:spMkLst>
        </pc:spChg>
        <pc:spChg chg="add mod">
          <ac:chgData name="" userId="" providerId="" clId="Web-{387EF375-F020-4633-9EC3-E9EBAEE7E1FC}" dt="2026-09-29T12:53:59.769" v="8" actId="34807"/>
          <ac:spMkLst>
            <pc:docMk/>
            <pc:sldMk cId="1897550662" sldId="880"/>
            <ac:spMk id="1386" creationId="{15C09EA7-4B75-827D-918A-E59C81A6CACA}"/>
          </ac:spMkLst>
        </pc:spChg>
        <pc:spChg chg="add mod">
          <ac:chgData name="" userId="" providerId="" clId="Web-{387EF375-F020-4633-9EC3-E9EBAEE7E1FC}" dt="2026-09-29T12:53:59.769" v="8" actId="34807"/>
          <ac:spMkLst>
            <pc:docMk/>
            <pc:sldMk cId="1897550662" sldId="880"/>
            <ac:spMk id="1438" creationId="{552E6FE1-55FC-58FC-0E06-115DF5F58A4B}"/>
          </ac:spMkLst>
        </pc:spChg>
        <pc:spChg chg="add mod">
          <ac:chgData name="" userId="" providerId="" clId="Web-{387EF375-F020-4633-9EC3-E9EBAEE7E1FC}" dt="2026-09-29T12:53:59.769" v="8" actId="34807"/>
          <ac:spMkLst>
            <pc:docMk/>
            <pc:sldMk cId="1897550662" sldId="880"/>
            <ac:spMk id="1545" creationId="{6C2C4ABF-0A1D-F48D-864A-D5BD28E88CF9}"/>
          </ac:spMkLst>
        </pc:spChg>
        <pc:spChg chg="add mod">
          <ac:chgData name="" userId="" providerId="" clId="Web-{387EF375-F020-4633-9EC3-E9EBAEE7E1FC}" dt="2026-09-29T12:53:59.769" v="8" actId="34807"/>
          <ac:spMkLst>
            <pc:docMk/>
            <pc:sldMk cId="1897550662" sldId="880"/>
            <ac:spMk id="1656" creationId="{C2B9B74D-EFAC-357D-9451-B38175D5F761}"/>
          </ac:spMkLst>
        </pc:spChg>
        <pc:spChg chg="add mod">
          <ac:chgData name="" userId="" providerId="" clId="Web-{387EF375-F020-4633-9EC3-E9EBAEE7E1FC}" dt="2026-09-29T12:53:59.769" v="8" actId="34807"/>
          <ac:spMkLst>
            <pc:docMk/>
            <pc:sldMk cId="1897550662" sldId="880"/>
            <ac:spMk id="1713" creationId="{1188D05C-F5C0-0552-3B7A-634DC64C7245}"/>
          </ac:spMkLst>
        </pc:spChg>
        <pc:spChg chg="add mod">
          <ac:chgData name="" userId="" providerId="" clId="Web-{387EF375-F020-4633-9EC3-E9EBAEE7E1FC}" dt="2026-09-29T12:53:59.769" v="8" actId="34807"/>
          <ac:spMkLst>
            <pc:docMk/>
            <pc:sldMk cId="1897550662" sldId="880"/>
            <ac:spMk id="1771" creationId="{6F9913F9-B1BA-F656-1EED-3A7EF51893F7}"/>
          </ac:spMkLst>
        </pc:spChg>
      </pc:sldChg>
      <pc:sldChg chg="addSp modSp add mod ord setBg modNotesTx">
        <pc:chgData name="" userId="" providerId="" clId="Web-{387EF375-F020-4633-9EC3-E9EBAEE7E1FC}" dt="2026-09-29T12:56:12.117" v="21" actId="34807"/>
        <pc:sldMkLst>
          <pc:docMk/>
          <pc:sldMk cId="1782678062" sldId="1084"/>
        </pc:sldMkLst>
        <pc:spChg chg="add mod">
          <ac:chgData name="" userId="" providerId="" clId="Web-{387EF375-F020-4633-9EC3-E9EBAEE7E1FC}" dt="2026-09-29T12:54:03.473" v="11" actId="34807"/>
          <ac:spMkLst>
            <pc:docMk/>
            <pc:sldMk cId="1782678062" sldId="1084"/>
            <ac:spMk id="1951" creationId="{5143BC5B-140D-478B-77C3-AC0F225226F2}"/>
          </ac:spMkLst>
        </pc:spChg>
        <pc:spChg chg="add mod">
          <ac:chgData name="" userId="" providerId="" clId="Web-{387EF375-F020-4633-9EC3-E9EBAEE7E1FC}" dt="2026-09-29T12:53:59.769" v="8" actId="34807"/>
          <ac:spMkLst>
            <pc:docMk/>
            <pc:sldMk cId="1782678062" sldId="1084"/>
            <ac:spMk id="2076" creationId="{F82AF0A8-B7F0-640D-FCAF-3E790349B7A3}"/>
          </ac:spMkLst>
        </pc:spChg>
        <pc:spChg chg="add mod">
          <ac:chgData name="" userId="" providerId="" clId="Web-{387EF375-F020-4633-9EC3-E9EBAEE7E1FC}" dt="2026-09-29T12:56:12.117" v="21" actId="34807"/>
          <ac:spMkLst>
            <pc:docMk/>
            <pc:sldMk cId="1782678062" sldId="1084"/>
            <ac:spMk id="2140" creationId="{BF28058D-7228-F2B7-B4C7-D2FC0500F76A}"/>
          </ac:spMkLst>
        </pc:spChg>
        <pc:spChg chg="add mod">
          <ac:chgData name="" userId="" providerId="" clId="Web-{387EF375-F020-4633-9EC3-E9EBAEE7E1FC}" dt="2026-09-29T12:53:59.769" v="8" actId="34807"/>
          <ac:spMkLst>
            <pc:docMk/>
            <pc:sldMk cId="1782678062" sldId="1084"/>
            <ac:spMk id="2205" creationId="{7FF48FB8-970D-BD35-8D2D-5C1B72619175}"/>
          </ac:spMkLst>
        </pc:spChg>
        <pc:spChg chg="add mod">
          <ac:chgData name="" userId="" providerId="" clId="Web-{387EF375-F020-4633-9EC3-E9EBAEE7E1FC}" dt="2026-09-29T12:56:12.117" v="21" actId="34807"/>
          <ac:spMkLst>
            <pc:docMk/>
            <pc:sldMk cId="1782678062" sldId="1084"/>
            <ac:spMk id="2271" creationId="{57E4EFAF-563A-4F5F-6ADB-2BEA184E55A1}"/>
          </ac:spMkLst>
        </pc:spChg>
        <pc:spChg chg="add mod">
          <ac:chgData name="" userId="" providerId="" clId="Web-{387EF375-F020-4633-9EC3-E9EBAEE7E1FC}" dt="2026-09-29T12:53:59.769" v="8" actId="34807"/>
          <ac:spMkLst>
            <pc:docMk/>
            <pc:sldMk cId="1782678062" sldId="1084"/>
            <ac:spMk id="2338" creationId="{60088C3D-B8C7-BB3A-DD15-B934E228E088}"/>
          </ac:spMkLst>
        </pc:spChg>
        <pc:spChg chg="add mod">
          <ac:chgData name="" userId="" providerId="" clId="Web-{387EF375-F020-4633-9EC3-E9EBAEE7E1FC}" dt="2026-09-29T12:56:12.117" v="21" actId="34807"/>
          <ac:spMkLst>
            <pc:docMk/>
            <pc:sldMk cId="1782678062" sldId="1084"/>
            <ac:spMk id="2406" creationId="{AA0B5C13-3A72-4704-EA11-A0FB69D0990D}"/>
          </ac:spMkLst>
        </pc:spChg>
        <pc:spChg chg="add mod">
          <ac:chgData name="" userId="" providerId="" clId="Web-{387EF375-F020-4633-9EC3-E9EBAEE7E1FC}" dt="2026-09-29T12:53:59.769" v="8" actId="34807"/>
          <ac:spMkLst>
            <pc:docMk/>
            <pc:sldMk cId="1782678062" sldId="1084"/>
            <ac:spMk id="2475" creationId="{B018D58D-3141-DFDF-ED65-DD8F6AFDA05C}"/>
          </ac:spMkLst>
        </pc:spChg>
        <pc:spChg chg="mod">
          <ac:chgData name="" userId="" providerId="" clId="Web-{387EF375-F020-4633-9EC3-E9EBAEE7E1FC}" dt="2026-09-29T12:56:12.117" v="21" actId="34807"/>
          <ac:spMkLst>
            <pc:docMk/>
            <pc:sldMk cId="1782678062" sldId="1084"/>
            <ac:spMk id="2545" creationId="{B508B7DA-1B4B-1898-C1DC-AB8D5CBC2971}"/>
          </ac:spMkLst>
        </pc:spChg>
        <pc:spChg chg="add mod">
          <ac:chgData name="" userId="" providerId="" clId="Web-{387EF375-F020-4633-9EC3-E9EBAEE7E1FC}" dt="2026-09-29T12:56:12.117" v="21" actId="34807"/>
          <ac:spMkLst>
            <pc:docMk/>
            <pc:sldMk cId="1782678062" sldId="1084"/>
            <ac:spMk id="2688" creationId="{0719B18E-E092-1EEF-D50A-78D0BE4838EC}"/>
          </ac:spMkLst>
        </pc:spChg>
        <pc:spChg chg="add mod">
          <ac:chgData name="" userId="" providerId="" clId="Web-{387EF375-F020-4633-9EC3-E9EBAEE7E1FC}" dt="2026-09-29T12:53:59.769" v="8" actId="34807"/>
          <ac:spMkLst>
            <pc:docMk/>
            <pc:sldMk cId="1782678062" sldId="1084"/>
            <ac:spMk id="2761" creationId="{47EF483E-A8EA-22BB-9805-AD1484BE2D87}"/>
          </ac:spMkLst>
        </pc:spChg>
        <pc:picChg chg="add">
          <ac:chgData name="" userId="" providerId="" clId="Web-{387EF375-F020-4633-9EC3-E9EBAEE7E1FC}" dt="2026-09-29T12:54:01.035" v="9" actId="34807"/>
          <ac:picMkLst>
            <pc:docMk/>
            <pc:sldMk cId="1782678062" sldId="1084"/>
            <ac:picMk id="2763" creationId="{8336C162-4791-5DB1-60C6-53F030741D22}"/>
          </ac:picMkLst>
        </pc:picChg>
      </pc:sldChg>
      <pc:sldChg chg="addSp modSp add mod ord setBg modNotesTx">
        <pc:chgData name="" userId="" providerId="" clId="Web-{387EF375-F020-4633-9EC3-E9EBAEE7E1FC}" dt="2026-09-29T12:54:34.739" v="19" actId="34807"/>
        <pc:sldMkLst>
          <pc:docMk/>
          <pc:sldMk cId="3810846791" sldId="1289"/>
        </pc:sldMkLst>
        <pc:spChg chg="add mod">
          <ac:chgData name="" userId="" providerId="" clId="Web-{387EF375-F020-4633-9EC3-E9EBAEE7E1FC}" dt="2026-09-29T12:54:19.458" v="17" actId="34807"/>
          <ac:spMkLst>
            <pc:docMk/>
            <pc:sldMk cId="3810846791" sldId="1289"/>
            <ac:spMk id="2764" creationId="{7171387D-428F-E725-5111-E82B4811C6C3}"/>
          </ac:spMkLst>
        </pc:spChg>
        <pc:spChg chg="add mod">
          <ac:chgData name="" userId="" providerId="" clId="Web-{387EF375-F020-4633-9EC3-E9EBAEE7E1FC}" dt="2026-09-29T12:54:10.035" v="12" actId="34807"/>
          <ac:spMkLst>
            <pc:docMk/>
            <pc:sldMk cId="3810846791" sldId="1289"/>
            <ac:spMk id="2769" creationId="{78FC8D9A-7F9A-A96B-28C1-B9B8F6EDBC4A}"/>
          </ac:spMkLst>
        </pc:spChg>
        <pc:spChg chg="add mod">
          <ac:chgData name="" userId="" providerId="" clId="Web-{387EF375-F020-4633-9EC3-E9EBAEE7E1FC}" dt="2026-09-29T12:54:10.035" v="12" actId="34807"/>
          <ac:spMkLst>
            <pc:docMk/>
            <pc:sldMk cId="3810846791" sldId="1289"/>
            <ac:spMk id="2773" creationId="{1EECB84E-ECA6-2817-7FB0-6BFBA45C46B3}"/>
          </ac:spMkLst>
        </pc:spChg>
        <pc:spChg chg="add mod">
          <ac:chgData name="" userId="" providerId="" clId="Web-{387EF375-F020-4633-9EC3-E9EBAEE7E1FC}" dt="2026-09-29T12:54:10.035" v="12" actId="34807"/>
          <ac:spMkLst>
            <pc:docMk/>
            <pc:sldMk cId="3810846791" sldId="1289"/>
            <ac:spMk id="2778" creationId="{24BEE2C9-E2DB-65F6-19A5-7E37490ECA44}"/>
          </ac:spMkLst>
        </pc:spChg>
        <pc:spChg chg="mod">
          <ac:chgData name="" userId="" providerId="" clId="Web-{387EF375-F020-4633-9EC3-E9EBAEE7E1FC}" dt="2026-09-29T12:54:19.458" v="17" actId="34807"/>
          <ac:spMkLst>
            <pc:docMk/>
            <pc:sldMk cId="3810846791" sldId="1289"/>
            <ac:spMk id="2784" creationId="{6362EBBF-F9BD-B28D-12D8-2BDC87B586F8}"/>
          </ac:spMkLst>
        </pc:spChg>
        <pc:spChg chg="add mod">
          <ac:chgData name="" userId="" providerId="" clId="Web-{387EF375-F020-4633-9EC3-E9EBAEE7E1FC}" dt="2026-09-29T12:54:10.035" v="12" actId="34807"/>
          <ac:spMkLst>
            <pc:docMk/>
            <pc:sldMk cId="3810846791" sldId="1289"/>
            <ac:spMk id="2791" creationId="{94E9AFB8-E26B-1D6C-4FB2-51D0974B1831}"/>
          </ac:spMkLst>
        </pc:spChg>
        <pc:spChg chg="add mod">
          <ac:chgData name="" userId="" providerId="" clId="Web-{387EF375-F020-4633-9EC3-E9EBAEE7E1FC}" dt="2026-09-29T12:54:10.035" v="12" actId="34807"/>
          <ac:spMkLst>
            <pc:docMk/>
            <pc:sldMk cId="3810846791" sldId="1289"/>
            <ac:spMk id="2799" creationId="{E1909CFC-F66B-015E-3A7D-33C2D8790510}"/>
          </ac:spMkLst>
        </pc:spChg>
        <pc:spChg chg="add mod">
          <ac:chgData name="" userId="" providerId="" clId="Web-{387EF375-F020-4633-9EC3-E9EBAEE7E1FC}" dt="2026-09-29T12:54:10.035" v="12" actId="34807"/>
          <ac:spMkLst>
            <pc:docMk/>
            <pc:sldMk cId="3810846791" sldId="1289"/>
            <ac:spMk id="2841" creationId="{3B4AEDDC-2D0D-9427-A622-F218AC27B7E4}"/>
          </ac:spMkLst>
        </pc:spChg>
        <pc:spChg chg="add mod">
          <ac:chgData name="" userId="" providerId="" clId="Web-{387EF375-F020-4633-9EC3-E9EBAEE7E1FC}" dt="2026-09-29T12:54:10.035" v="12" actId="34807"/>
          <ac:spMkLst>
            <pc:docMk/>
            <pc:sldMk cId="3810846791" sldId="1289"/>
            <ac:spMk id="2854" creationId="{7779B3C4-C47D-8A25-80E1-2582DFCB8910}"/>
          </ac:spMkLst>
        </pc:spChg>
        <pc:spChg chg="add mod">
          <ac:chgData name="" userId="" providerId="" clId="Web-{387EF375-F020-4633-9EC3-E9EBAEE7E1FC}" dt="2026-09-29T12:54:10.035" v="12" actId="34807"/>
          <ac:spMkLst>
            <pc:docMk/>
            <pc:sldMk cId="3810846791" sldId="1289"/>
            <ac:spMk id="2899" creationId="{B02D1543-DD35-7200-9BFC-FEA47E14052C}"/>
          </ac:spMkLst>
        </pc:spChg>
        <pc:spChg chg="add mod">
          <ac:chgData name="" userId="" providerId="" clId="Web-{387EF375-F020-4633-9EC3-E9EBAEE7E1FC}" dt="2026-09-29T12:54:10.035" v="12" actId="34807"/>
          <ac:spMkLst>
            <pc:docMk/>
            <pc:sldMk cId="3810846791" sldId="1289"/>
            <ac:spMk id="2953" creationId="{87E23492-98E7-81BD-CDB8-7C240DAA7CE0}"/>
          </ac:spMkLst>
        </pc:spChg>
      </pc:sldChg>
      <pc:sldChg chg="addSp modSp add mod ord setBg modNotesTx">
        <pc:chgData name="" userId="" providerId="" clId="Web-{387EF375-F020-4633-9EC3-E9EBAEE7E1FC}" dt="2026-09-29T12:56:12.117" v="21" actId="34807"/>
        <pc:sldMkLst>
          <pc:docMk/>
          <pc:sldMk cId="3295878919" sldId="1495"/>
        </pc:sldMkLst>
        <pc:spChg chg="add mod">
          <ac:chgData name="" userId="" providerId="" clId="Web-{387EF375-F020-4633-9EC3-E9EBAEE7E1FC}" dt="2026-09-29T12:54:19.458" v="17" actId="34807"/>
          <ac:spMkLst>
            <pc:docMk/>
            <pc:sldMk cId="3295878919" sldId="1495"/>
            <ac:spMk id="2994" creationId="{0212FEE9-FBE0-D63F-99C9-E65FADAC2CDE}"/>
          </ac:spMkLst>
        </pc:spChg>
        <pc:spChg chg="mod">
          <ac:chgData name="" userId="" providerId="" clId="Web-{387EF375-F020-4633-9EC3-E9EBAEE7E1FC}" dt="2026-09-29T12:54:19.458" v="17" actId="34807"/>
          <ac:spMkLst>
            <pc:docMk/>
            <pc:sldMk cId="3295878919" sldId="1495"/>
            <ac:spMk id="3088" creationId="{81B9A636-3FBB-60BD-A9EF-6425EEAC4371}"/>
          </ac:spMkLst>
        </pc:spChg>
        <pc:spChg chg="add mod">
          <ac:chgData name="" userId="" providerId="" clId="Web-{387EF375-F020-4633-9EC3-E9EBAEE7E1FC}" dt="2026-09-29T12:54:19.458" v="17" actId="34807"/>
          <ac:spMkLst>
            <pc:docMk/>
            <pc:sldMk cId="3295878919" sldId="1495"/>
            <ac:spMk id="3114" creationId="{16F72C63-D430-4BAB-713A-0A34517CFA65}"/>
          </ac:spMkLst>
        </pc:spChg>
        <pc:spChg chg="mod">
          <ac:chgData name="" userId="" providerId="" clId="Web-{387EF375-F020-4633-9EC3-E9EBAEE7E1FC}" dt="2026-09-29T12:54:19.458" v="17" actId="34807"/>
          <ac:spMkLst>
            <pc:docMk/>
            <pc:sldMk cId="3295878919" sldId="1495"/>
            <ac:spMk id="3141" creationId="{E2DF9717-12D4-1B18-7634-F83AE15D8403}"/>
          </ac:spMkLst>
        </pc:spChg>
        <pc:spChg chg="add mod">
          <ac:chgData name="" userId="" providerId="" clId="Web-{387EF375-F020-4633-9EC3-E9EBAEE7E1FC}" dt="2026-09-29T12:56:12.117" v="21" actId="34807"/>
          <ac:spMkLst>
            <pc:docMk/>
            <pc:sldMk cId="3295878919" sldId="1495"/>
            <ac:spMk id="3228" creationId="{E0D49A92-F59C-652A-AAFE-FC22E6409EF1}"/>
          </ac:spMkLst>
        </pc:spChg>
        <pc:spChg chg="add mod">
          <ac:chgData name="" userId="" providerId="" clId="Web-{387EF375-F020-4633-9EC3-E9EBAEE7E1FC}" dt="2026-09-29T12:56:12.117" v="21" actId="34807"/>
          <ac:spMkLst>
            <pc:docMk/>
            <pc:sldMk cId="3295878919" sldId="1495"/>
            <ac:spMk id="3259" creationId="{F3999837-33D4-2D1B-A8A9-BAC7DEC80E84}"/>
          </ac:spMkLst>
        </pc:spChg>
        <pc:spChg chg="add mod">
          <ac:chgData name="" userId="" providerId="" clId="Web-{387EF375-F020-4633-9EC3-E9EBAEE7E1FC}" dt="2026-09-29T12:54:10.035" v="12" actId="34807"/>
          <ac:spMkLst>
            <pc:docMk/>
            <pc:sldMk cId="3295878919" sldId="1495"/>
            <ac:spMk id="3324" creationId="{22FAA2FE-5EC6-2EF8-E4A0-2D125895C593}"/>
          </ac:spMkLst>
        </pc:spChg>
        <pc:spChg chg="add mod">
          <ac:chgData name="" userId="" providerId="" clId="Web-{387EF375-F020-4633-9EC3-E9EBAEE7E1FC}" dt="2026-09-29T12:54:10.035" v="12" actId="34807"/>
          <ac:spMkLst>
            <pc:docMk/>
            <pc:sldMk cId="3295878919" sldId="1495"/>
            <ac:spMk id="3393" creationId="{104EBD7C-6C18-CD61-6579-E294CD7CAE06}"/>
          </ac:spMkLst>
        </pc:spChg>
        <pc:spChg chg="add mod">
          <ac:chgData name="" userId="" providerId="" clId="Web-{387EF375-F020-4633-9EC3-E9EBAEE7E1FC}" dt="2026-09-29T12:56:12.117" v="21" actId="34807"/>
          <ac:spMkLst>
            <pc:docMk/>
            <pc:sldMk cId="3295878919" sldId="1495"/>
            <ac:spMk id="3429" creationId="{3DA92150-843E-F3CB-3C7B-98D41CD1125E}"/>
          </ac:spMkLst>
        </pc:spChg>
        <pc:spChg chg="mod">
          <ac:chgData name="" userId="" providerId="" clId="Web-{387EF375-F020-4633-9EC3-E9EBAEE7E1FC}" dt="2026-09-29T12:56:12.117" v="21" actId="34807"/>
          <ac:spMkLst>
            <pc:docMk/>
            <pc:sldMk cId="3295878919" sldId="1495"/>
            <ac:spMk id="3466" creationId="{8FE21EF5-24EA-596C-C078-C38C22643DB7}"/>
          </ac:spMkLst>
        </pc:spChg>
        <pc:spChg chg="mod">
          <ac:chgData name="" userId="" providerId="" clId="Web-{387EF375-F020-4633-9EC3-E9EBAEE7E1FC}" dt="2026-09-29T12:56:12.117" v="21" actId="34807"/>
          <ac:spMkLst>
            <pc:docMk/>
            <pc:sldMk cId="3295878919" sldId="1495"/>
            <ac:spMk id="3666" creationId="{2B7F38F0-D0A1-100B-E350-5F837ED69E64}"/>
          </ac:spMkLst>
        </pc:spChg>
        <pc:spChg chg="mod">
          <ac:chgData name="" userId="" providerId="" clId="Web-{387EF375-F020-4633-9EC3-E9EBAEE7E1FC}" dt="2026-09-29T12:56:12.117" v="21" actId="34807"/>
          <ac:spMkLst>
            <pc:docMk/>
            <pc:sldMk cId="3295878919" sldId="1495"/>
            <ac:spMk id="3709" creationId="{C337FEA0-F446-F980-A690-FC361B481B98}"/>
          </ac:spMkLst>
        </pc:spChg>
        <pc:spChg chg="add mod">
          <ac:chgData name="" userId="" providerId="" clId="Web-{387EF375-F020-4633-9EC3-E9EBAEE7E1FC}" dt="2026-09-29T12:54:10.035" v="12" actId="34807"/>
          <ac:spMkLst>
            <pc:docMk/>
            <pc:sldMk cId="3295878919" sldId="1495"/>
            <ac:spMk id="3798" creationId="{EE48C59D-5CC0-CAEF-A362-4C2A56D47F61}"/>
          </ac:spMkLst>
        </pc:spChg>
        <pc:spChg chg="add mod">
          <ac:chgData name="" userId="" providerId="" clId="Web-{387EF375-F020-4633-9EC3-E9EBAEE7E1FC}" dt="2026-09-29T12:54:10.035" v="12" actId="34807"/>
          <ac:spMkLst>
            <pc:docMk/>
            <pc:sldMk cId="3295878919" sldId="1495"/>
            <ac:spMk id="3844" creationId="{E6D91FA8-144C-0615-9B36-41258F189E25}"/>
          </ac:spMkLst>
        </pc:spChg>
        <pc:spChg chg="mod">
          <ac:chgData name="" userId="" providerId="" clId="Web-{387EF375-F020-4633-9EC3-E9EBAEE7E1FC}" dt="2026-09-29T12:56:12.117" v="21" actId="34807"/>
          <ac:spMkLst>
            <pc:docMk/>
            <pc:sldMk cId="3295878919" sldId="1495"/>
            <ac:spMk id="3939" creationId="{74C4A250-746D-3764-752A-A40AE6F01FBE}"/>
          </ac:spMkLst>
        </pc:spChg>
        <pc:spChg chg="mod">
          <ac:chgData name="" userId="" providerId="" clId="Web-{387EF375-F020-4633-9EC3-E9EBAEE7E1FC}" dt="2026-09-29T12:56:12.117" v="21" actId="34807"/>
          <ac:spMkLst>
            <pc:docMk/>
            <pc:sldMk cId="3295878919" sldId="1495"/>
            <ac:spMk id="3988" creationId="{01F9A977-D5D1-000F-4C81-C4CC06261E72}"/>
          </ac:spMkLst>
        </pc:spChg>
        <pc:spChg chg="add mod">
          <ac:chgData name="" userId="" providerId="" clId="Web-{387EF375-F020-4633-9EC3-E9EBAEE7E1FC}" dt="2026-09-29T12:54:10.035" v="12" actId="34807"/>
          <ac:spMkLst>
            <pc:docMk/>
            <pc:sldMk cId="3295878919" sldId="1495"/>
            <ac:spMk id="4089" creationId="{CBEF5BB4-6C34-915C-C03C-1D4DC7278139}"/>
          </ac:spMkLst>
        </pc:spChg>
      </pc:sldChg>
      <pc:sldChg chg="addSp modSp add mod ord setBg modNotesTx">
        <pc:chgData name="" userId="" providerId="" clId="Web-{387EF375-F020-4633-9EC3-E9EBAEE7E1FC}" dt="2026-09-29T12:54:34.739" v="19" actId="34807"/>
        <pc:sldMkLst>
          <pc:docMk/>
          <pc:sldMk cId="4049338134" sldId="1702"/>
        </pc:sldMkLst>
        <pc:spChg chg="mod">
          <ac:chgData name="" userId="" providerId="" clId="Web-{387EF375-F020-4633-9EC3-E9EBAEE7E1FC}" dt="2026-09-29T12:54:19.458" v="17" actId="34807"/>
          <ac:spMkLst>
            <pc:docMk/>
            <pc:sldMk cId="4049338134" sldId="1702"/>
            <ac:spMk id="4141" creationId="{3905AB21-4BE3-D62F-D7A7-32F4A6E4FDBB}"/>
          </ac:spMkLst>
        </pc:spChg>
        <pc:spChg chg="add mod">
          <ac:chgData name="" userId="" providerId="" clId="Web-{387EF375-F020-4633-9EC3-E9EBAEE7E1FC}" dt="2026-09-29T12:54:10.035" v="12" actId="34807"/>
          <ac:spMkLst>
            <pc:docMk/>
            <pc:sldMk cId="4049338134" sldId="1702"/>
            <ac:spMk id="4248" creationId="{33B1533F-952F-EB50-D17B-70AF1C9B654B}"/>
          </ac:spMkLst>
        </pc:spChg>
        <pc:spChg chg="add mod">
          <ac:chgData name="" userId="" providerId="" clId="Web-{387EF375-F020-4633-9EC3-E9EBAEE7E1FC}" dt="2026-09-29T12:54:19.458" v="17" actId="34807"/>
          <ac:spMkLst>
            <pc:docMk/>
            <pc:sldMk cId="4049338134" sldId="1702"/>
            <ac:spMk id="4416" creationId="{DC6237B3-282F-69DF-79CD-02F33567DF42}"/>
          </ac:spMkLst>
        </pc:spChg>
        <pc:spChg chg="add mod">
          <ac:chgData name="" userId="" providerId="" clId="Web-{387EF375-F020-4633-9EC3-E9EBAEE7E1FC}" dt="2026-09-29T12:54:10.035" v="12" actId="34807"/>
          <ac:spMkLst>
            <pc:docMk/>
            <pc:sldMk cId="4049338134" sldId="1702"/>
            <ac:spMk id="4533" creationId="{6A21BCC1-457A-57B1-91DF-2A644FACC20B}"/>
          </ac:spMkLst>
        </pc:spChg>
        <pc:spChg chg="add mod">
          <ac:chgData name="" userId="" providerId="" clId="Web-{387EF375-F020-4633-9EC3-E9EBAEE7E1FC}" dt="2026-09-29T12:54:10.035" v="12" actId="34807"/>
          <ac:spMkLst>
            <pc:docMk/>
            <pc:sldMk cId="4049338134" sldId="1702"/>
            <ac:spMk id="4593" creationId="{867BF224-296B-A120-77CA-9A2C317F0427}"/>
          </ac:spMkLst>
        </pc:spChg>
        <pc:spChg chg="add mod">
          <ac:chgData name="" userId="" providerId="" clId="Web-{387EF375-F020-4633-9EC3-E9EBAEE7E1FC}" dt="2026-09-29T12:54:10.035" v="12" actId="34807"/>
          <ac:spMkLst>
            <pc:docMk/>
            <pc:sldMk cId="4049338134" sldId="1702"/>
            <ac:spMk id="4654" creationId="{5A7BBFBE-5C21-1FFD-77D2-C8A7673E16FC}"/>
          </ac:spMkLst>
        </pc:spChg>
        <pc:spChg chg="add mod">
          <ac:chgData name="" userId="" providerId="" clId="Web-{387EF375-F020-4633-9EC3-E9EBAEE7E1FC}" dt="2026-09-29T12:54:10.035" v="12" actId="34807"/>
          <ac:spMkLst>
            <pc:docMk/>
            <pc:sldMk cId="4049338134" sldId="1702"/>
            <ac:spMk id="4716" creationId="{1C5F80E4-F7EA-A85C-DBE5-A6739DDC45F7}"/>
          </ac:spMkLst>
        </pc:spChg>
        <pc:spChg chg="add mod">
          <ac:chgData name="" userId="" providerId="" clId="Web-{387EF375-F020-4633-9EC3-E9EBAEE7E1FC}" dt="2026-09-29T12:54:10.035" v="12" actId="34807"/>
          <ac:spMkLst>
            <pc:docMk/>
            <pc:sldMk cId="4049338134" sldId="1702"/>
            <ac:spMk id="5041" creationId="{3AA634F7-6DD4-2842-C8E7-1398C7269A0A}"/>
          </ac:spMkLst>
        </pc:spChg>
        <pc:spChg chg="add mod">
          <ac:chgData name="" userId="" providerId="" clId="Web-{387EF375-F020-4633-9EC3-E9EBAEE7E1FC}" dt="2026-09-29T12:54:10.035" v="12" actId="34807"/>
          <ac:spMkLst>
            <pc:docMk/>
            <pc:sldMk cId="4049338134" sldId="1702"/>
            <ac:spMk id="5109" creationId="{A0F9DDBF-8492-8295-802C-45F3F8F54776}"/>
          </ac:spMkLst>
        </pc:spChg>
        <pc:spChg chg="add mod">
          <ac:chgData name="" userId="" providerId="" clId="Web-{387EF375-F020-4633-9EC3-E9EBAEE7E1FC}" dt="2026-09-29T12:54:10.035" v="12" actId="34807"/>
          <ac:spMkLst>
            <pc:docMk/>
            <pc:sldMk cId="4049338134" sldId="1702"/>
            <ac:spMk id="5178" creationId="{B6C5ADA2-AB2A-7EA8-FDF7-AB0F6AD5E5E8}"/>
          </ac:spMkLst>
        </pc:spChg>
        <pc:spChg chg="add mod">
          <ac:chgData name="" userId="" providerId="" clId="Web-{387EF375-F020-4633-9EC3-E9EBAEE7E1FC}" dt="2026-09-29T12:54:10.035" v="12" actId="34807"/>
          <ac:spMkLst>
            <pc:docMk/>
            <pc:sldMk cId="4049338134" sldId="1702"/>
            <ac:spMk id="5248" creationId="{A44BA696-095A-361C-8C7C-8684C6AD787A}"/>
          </ac:spMkLst>
        </pc:spChg>
      </pc:sldChg>
      <pc:sldChg chg="addSp modSp add mod ord setBg modNotesTx">
        <pc:chgData name="" userId="" providerId="" clId="Web-{387EF375-F020-4633-9EC3-E9EBAEE7E1FC}" dt="2026-09-29T12:56:12.117" v="21" actId="34807"/>
        <pc:sldMkLst>
          <pc:docMk/>
          <pc:sldMk cId="2897853122" sldId="1910"/>
        </pc:sldMkLst>
        <pc:spChg chg="add mod">
          <ac:chgData name="" userId="" providerId="" clId="Web-{387EF375-F020-4633-9EC3-E9EBAEE7E1FC}" dt="2026-09-29T12:54:19.458" v="17" actId="34807"/>
          <ac:spMkLst>
            <pc:docMk/>
            <pc:sldMk cId="2897853122" sldId="1910"/>
            <ac:spMk id="5391" creationId="{BBABA123-660E-E420-A9FF-0831544EACB5}"/>
          </ac:spMkLst>
        </pc:spChg>
        <pc:spChg chg="add mod">
          <ac:chgData name="" userId="" providerId="" clId="Web-{387EF375-F020-4633-9EC3-E9EBAEE7E1FC}" dt="2026-09-29T12:54:10.035" v="12" actId="34807"/>
          <ac:spMkLst>
            <pc:docMk/>
            <pc:sldMk cId="2897853122" sldId="1910"/>
            <ac:spMk id="5613" creationId="{39279681-60F9-88F8-BF53-6418BED92E22}"/>
          </ac:spMkLst>
        </pc:spChg>
        <pc:spChg chg="mod">
          <ac:chgData name="" userId="" providerId="" clId="Web-{387EF375-F020-4633-9EC3-E9EBAEE7E1FC}" dt="2026-09-29T12:54:19.458" v="17" actId="34807"/>
          <ac:spMkLst>
            <pc:docMk/>
            <pc:sldMk cId="2897853122" sldId="1910"/>
            <ac:spMk id="5689" creationId="{05BD90E9-0CC3-8420-E612-B9E63CD95B5F}"/>
          </ac:spMkLst>
        </pc:spChg>
        <pc:spChg chg="add mod">
          <ac:chgData name="" userId="" providerId="" clId="Web-{387EF375-F020-4633-9EC3-E9EBAEE7E1FC}" dt="2026-09-29T12:54:19.458" v="17" actId="34807"/>
          <ac:spMkLst>
            <pc:docMk/>
            <pc:sldMk cId="2897853122" sldId="1910"/>
            <ac:spMk id="5766" creationId="{289A4709-9C9D-511B-F657-C9CEE46E65E9}"/>
          </ac:spMkLst>
        </pc:spChg>
        <pc:spChg chg="mod">
          <ac:chgData name="" userId="" providerId="" clId="Web-{387EF375-F020-4633-9EC3-E9EBAEE7E1FC}" dt="2026-09-29T12:54:19.458" v="17" actId="34807"/>
          <ac:spMkLst>
            <pc:docMk/>
            <pc:sldMk cId="2897853122" sldId="1910"/>
            <ac:spMk id="5844" creationId="{11AA3789-DD64-1469-DCCB-60549A81444B}"/>
          </ac:spMkLst>
        </pc:spChg>
        <pc:spChg chg="add mod">
          <ac:chgData name="" userId="" providerId="" clId="Web-{387EF375-F020-4633-9EC3-E9EBAEE7E1FC}" dt="2026-09-29T12:54:10.035" v="12" actId="34807"/>
          <ac:spMkLst>
            <pc:docMk/>
            <pc:sldMk cId="2897853122" sldId="1910"/>
            <ac:spMk id="5923" creationId="{F8820054-E437-55B4-82D7-E2786D4FE8C9}"/>
          </ac:spMkLst>
        </pc:spChg>
        <pc:spChg chg="add mod">
          <ac:chgData name="" userId="" providerId="" clId="Web-{387EF375-F020-4633-9EC3-E9EBAEE7E1FC}" dt="2026-09-29T12:54:10.035" v="12" actId="34807"/>
          <ac:spMkLst>
            <pc:docMk/>
            <pc:sldMk cId="2897853122" sldId="1910"/>
            <ac:spMk id="6003" creationId="{B62BA3EF-54CC-F7A7-CFFB-B2C8E7E4C9C1}"/>
          </ac:spMkLst>
        </pc:spChg>
        <pc:spChg chg="mod">
          <ac:chgData name="" userId="" providerId="" clId="Web-{387EF375-F020-4633-9EC3-E9EBAEE7E1FC}" dt="2026-09-29T12:56:12.117" v="21" actId="34807"/>
          <ac:spMkLst>
            <pc:docMk/>
            <pc:sldMk cId="2897853122" sldId="1910"/>
            <ac:spMk id="6084" creationId="{94548AF8-E466-CDA2-83BD-033F1E383D53}"/>
          </ac:spMkLst>
        </pc:spChg>
        <pc:spChg chg="mod">
          <ac:chgData name="" userId="" providerId="" clId="Web-{387EF375-F020-4633-9EC3-E9EBAEE7E1FC}" dt="2026-09-29T12:56:12.117" v="21" actId="34807"/>
          <ac:spMkLst>
            <pc:docMk/>
            <pc:sldMk cId="2897853122" sldId="1910"/>
            <ac:spMk id="6166" creationId="{F4996208-8E05-A894-C0E0-0C75BB19D08E}"/>
          </ac:spMkLst>
        </pc:spChg>
        <pc:spChg chg="add mod">
          <ac:chgData name="" userId="" providerId="" clId="Web-{387EF375-F020-4633-9EC3-E9EBAEE7E1FC}" dt="2026-09-29T12:54:10.035" v="12" actId="34807"/>
          <ac:spMkLst>
            <pc:docMk/>
            <pc:sldMk cId="2897853122" sldId="1910"/>
            <ac:spMk id="6333" creationId="{D0F06FB9-6FD5-37D8-0821-E40AF1B5ED3C}"/>
          </ac:spMkLst>
        </pc:spChg>
        <pc:spChg chg="mod">
          <ac:chgData name="" userId="" providerId="" clId="Web-{387EF375-F020-4633-9EC3-E9EBAEE7E1FC}" dt="2026-09-29T12:56:12.117" v="21" actId="34807"/>
          <ac:spMkLst>
            <pc:docMk/>
            <pc:sldMk cId="2897853122" sldId="1910"/>
            <ac:spMk id="6591" creationId="{40FA79D3-4C15-3295-B406-9FA99A4C7099}"/>
          </ac:spMkLst>
        </pc:spChg>
        <pc:spChg chg="mod">
          <ac:chgData name="" userId="" providerId="" clId="Web-{387EF375-F020-4633-9EC3-E9EBAEE7E1FC}" dt="2026-09-29T12:56:12.117" v="21" actId="34807"/>
          <ac:spMkLst>
            <pc:docMk/>
            <pc:sldMk cId="2897853122" sldId="1910"/>
            <ac:spMk id="6679" creationId="{8D42AFA5-6DD4-DEAE-067A-2AEFB1EC7FC2}"/>
          </ac:spMkLst>
        </pc:spChg>
        <pc:spChg chg="add mod">
          <ac:chgData name="" userId="" providerId="" clId="Web-{387EF375-F020-4633-9EC3-E9EBAEE7E1FC}" dt="2026-09-29T12:54:10.035" v="12" actId="34807"/>
          <ac:spMkLst>
            <pc:docMk/>
            <pc:sldMk cId="2897853122" sldId="1910"/>
            <ac:spMk id="6768" creationId="{CAC4D143-D1A4-D8FD-44D1-1AC64DC700FB}"/>
          </ac:spMkLst>
        </pc:spChg>
        <pc:spChg chg="mod">
          <ac:chgData name="" userId="" providerId="" clId="Web-{387EF375-F020-4633-9EC3-E9EBAEE7E1FC}" dt="2026-09-29T12:56:12.117" v="21" actId="34807"/>
          <ac:spMkLst>
            <pc:docMk/>
            <pc:sldMk cId="2897853122" sldId="1910"/>
            <ac:spMk id="7134" creationId="{08FA204A-7650-6EBB-0268-29A65FC2F108}"/>
          </ac:spMkLst>
        </pc:spChg>
        <pc:spChg chg="add mod">
          <ac:chgData name="" userId="" providerId="" clId="Web-{387EF375-F020-4633-9EC3-E9EBAEE7E1FC}" dt="2026-09-29T12:56:12.117" v="21" actId="34807"/>
          <ac:spMkLst>
            <pc:docMk/>
            <pc:sldMk cId="2897853122" sldId="1910"/>
            <ac:spMk id="7228" creationId="{BA7EC3B0-1A8D-2B1A-FF7B-499B7F64EB7C}"/>
          </ac:spMkLst>
        </pc:spChg>
        <pc:spChg chg="add mod">
          <ac:chgData name="" userId="" providerId="" clId="Web-{387EF375-F020-4633-9EC3-E9EBAEE7E1FC}" dt="2026-09-29T12:54:10.035" v="12" actId="34807"/>
          <ac:spMkLst>
            <pc:docMk/>
            <pc:sldMk cId="2897853122" sldId="1910"/>
            <ac:spMk id="7419" creationId="{CED590BC-BC1D-E947-5A54-C03E6E6D4FE9}"/>
          </ac:spMkLst>
        </pc:spChg>
        <pc:spChg chg="add mod">
          <ac:chgData name="" userId="" providerId="" clId="Web-{387EF375-F020-4633-9EC3-E9EBAEE7E1FC}" dt="2026-09-29T12:56:12.117" v="21" actId="34807"/>
          <ac:spMkLst>
            <pc:docMk/>
            <pc:sldMk cId="2897853122" sldId="1910"/>
            <ac:spMk id="7713" creationId="{E57445B4-6293-743B-DF93-F947361815AF}"/>
          </ac:spMkLst>
        </pc:spChg>
        <pc:spChg chg="mod">
          <ac:chgData name="" userId="" providerId="" clId="Web-{387EF375-F020-4633-9EC3-E9EBAEE7E1FC}" dt="2026-09-29T12:56:12.117" v="21" actId="34807"/>
          <ac:spMkLst>
            <pc:docMk/>
            <pc:sldMk cId="2897853122" sldId="1910"/>
            <ac:spMk id="7813" creationId="{8A775E43-5A3C-A817-DDE1-58A977BFA0A4}"/>
          </ac:spMkLst>
        </pc:spChg>
      </pc:sldChg>
      <pc:sldChg chg="addSp modSp add mod ord setBg modNotesTx">
        <pc:chgData name="" userId="" providerId="" clId="Web-{387EF375-F020-4633-9EC3-E9EBAEE7E1FC}" dt="2026-09-29T12:54:34.739" v="19" actId="34807"/>
        <pc:sldMkLst>
          <pc:docMk/>
          <pc:sldMk cId="2485044191" sldId="2119"/>
        </pc:sldMkLst>
        <pc:spChg chg="mod">
          <ac:chgData name="" userId="" providerId="" clId="Web-{387EF375-F020-4633-9EC3-E9EBAEE7E1FC}" dt="2026-09-29T12:54:19.458" v="17" actId="34807"/>
          <ac:spMkLst>
            <pc:docMk/>
            <pc:sldMk cId="2485044191" sldId="2119"/>
            <ac:spMk id="8119" creationId="{2EEBE575-FF46-5F6C-F7ED-90B733A13952}"/>
          </ac:spMkLst>
        </pc:spChg>
        <pc:spChg chg="add mod">
          <ac:chgData name="" userId="" providerId="" clId="Web-{387EF375-F020-4633-9EC3-E9EBAEE7E1FC}" dt="2026-09-29T12:54:10.035" v="12" actId="34807"/>
          <ac:spMkLst>
            <pc:docMk/>
            <pc:sldMk cId="2485044191" sldId="2119"/>
            <ac:spMk id="8223" creationId="{ACC1083B-548B-8FB0-9CA2-29246A6E2483}"/>
          </ac:spMkLst>
        </pc:spChg>
        <pc:spChg chg="add mod">
          <ac:chgData name="" userId="" providerId="" clId="Web-{387EF375-F020-4633-9EC3-E9EBAEE7E1FC}" dt="2026-09-29T12:54:10.035" v="12" actId="34807"/>
          <ac:spMkLst>
            <pc:docMk/>
            <pc:sldMk cId="2485044191" sldId="2119"/>
            <ac:spMk id="8328" creationId="{BA28F604-4751-CE59-6ED8-FD651A5B9FF6}"/>
          </ac:spMkLst>
        </pc:spChg>
        <pc:spChg chg="add mod">
          <ac:chgData name="" userId="" providerId="" clId="Web-{387EF375-F020-4633-9EC3-E9EBAEE7E1FC}" dt="2026-09-29T12:54:19.458" v="17" actId="34807"/>
          <ac:spMkLst>
            <pc:docMk/>
            <pc:sldMk cId="2485044191" sldId="2119"/>
            <ac:spMk id="8649" creationId="{A8364BE4-B9D9-B7A9-02FB-1F419B4B53F4}"/>
          </ac:spMkLst>
        </pc:spChg>
        <pc:spChg chg="add mod">
          <ac:chgData name="" userId="" providerId="" clId="Web-{387EF375-F020-4633-9EC3-E9EBAEE7E1FC}" dt="2026-09-29T12:54:10.035" v="12" actId="34807"/>
          <ac:spMkLst>
            <pc:docMk/>
            <pc:sldMk cId="2485044191" sldId="2119"/>
            <ac:spMk id="8758" creationId="{DA2BDFC7-03CF-4279-C5F9-8B4B17E1BD3F}"/>
          </ac:spMkLst>
        </pc:spChg>
        <pc:spChg chg="add mod">
          <ac:chgData name="" userId="" providerId="" clId="Web-{387EF375-F020-4633-9EC3-E9EBAEE7E1FC}" dt="2026-09-29T12:54:10.035" v="12" actId="34807"/>
          <ac:spMkLst>
            <pc:docMk/>
            <pc:sldMk cId="2485044191" sldId="2119"/>
            <ac:spMk id="8979" creationId="{4A87CD58-DDF4-2919-78F1-3B026B0274BF}"/>
          </ac:spMkLst>
        </pc:spChg>
        <pc:spChg chg="add mod">
          <ac:chgData name="" userId="" providerId="" clId="Web-{387EF375-F020-4633-9EC3-E9EBAEE7E1FC}" dt="2026-09-29T12:54:10.035" v="12" actId="34807"/>
          <ac:spMkLst>
            <pc:docMk/>
            <pc:sldMk cId="2485044191" sldId="2119"/>
            <ac:spMk id="9091" creationId="{55D704AF-A41B-7E0B-5B83-CE4CC97B67F3}"/>
          </ac:spMkLst>
        </pc:spChg>
        <pc:spChg chg="add mod">
          <ac:chgData name="" userId="" providerId="" clId="Web-{387EF375-F020-4633-9EC3-E9EBAEE7E1FC}" dt="2026-09-29T12:54:10.035" v="12" actId="34807"/>
          <ac:spMkLst>
            <pc:docMk/>
            <pc:sldMk cId="2485044191" sldId="2119"/>
            <ac:spMk id="9433" creationId="{5240B325-6D8B-A9A1-F4CC-252EBCE2B79C}"/>
          </ac:spMkLst>
        </pc:spChg>
        <pc:spChg chg="add mod">
          <ac:chgData name="" userId="" providerId="" clId="Web-{387EF375-F020-4633-9EC3-E9EBAEE7E1FC}" dt="2026-09-29T12:54:10.035" v="12" actId="34807"/>
          <ac:spMkLst>
            <pc:docMk/>
            <pc:sldMk cId="2485044191" sldId="2119"/>
            <ac:spMk id="9784" creationId="{5167837F-12A8-660A-F433-D37F5076DAB0}"/>
          </ac:spMkLst>
        </pc:spChg>
        <pc:spChg chg="add mod">
          <ac:chgData name="" userId="" providerId="" clId="Web-{387EF375-F020-4633-9EC3-E9EBAEE7E1FC}" dt="2026-09-29T12:54:10.035" v="12" actId="34807"/>
          <ac:spMkLst>
            <pc:docMk/>
            <pc:sldMk cId="2485044191" sldId="2119"/>
            <ac:spMk id="9903" creationId="{3DFD5EF5-930C-E20D-CFCB-B2A2365D1390}"/>
          </ac:spMkLst>
        </pc:spChg>
        <pc:spChg chg="add mod">
          <ac:chgData name="" userId="" providerId="" clId="Web-{387EF375-F020-4633-9EC3-E9EBAEE7E1FC}" dt="2026-09-29T12:54:10.035" v="12" actId="34807"/>
          <ac:spMkLst>
            <pc:docMk/>
            <pc:sldMk cId="2485044191" sldId="2119"/>
            <ac:spMk id="10266" creationId="{85C2BB72-2EDE-C03A-D069-5E6AF3275EBD}"/>
          </ac:spMkLst>
        </pc:spChg>
      </pc:sldChg>
      <pc:sldChg chg="addSp modSp add mod ord setBg modNotesTx">
        <pc:chgData name="" userId="" providerId="" clId="Web-{387EF375-F020-4633-9EC3-E9EBAEE7E1FC}" dt="2026-09-29T12:56:12.117" v="21" actId="34807"/>
        <pc:sldMkLst>
          <pc:docMk/>
          <pc:sldMk cId="3936017780" sldId="2329"/>
        </pc:sldMkLst>
        <pc:spChg chg="mod">
          <ac:chgData name="" userId="" providerId="" clId="Web-{387EF375-F020-4633-9EC3-E9EBAEE7E1FC}" dt="2026-09-29T12:54:19.458" v="17" actId="34807"/>
          <ac:spMkLst>
            <pc:docMk/>
            <pc:sldMk cId="3936017780" sldId="2329"/>
            <ac:spMk id="10389" creationId="{A2B2451B-9A4A-C585-C382-E3B6537E717F}"/>
          </ac:spMkLst>
        </pc:spChg>
        <pc:spChg chg="add mod">
          <ac:chgData name="" userId="" providerId="" clId="Web-{387EF375-F020-4633-9EC3-E9EBAEE7E1FC}" dt="2026-09-29T12:54:10.035" v="12" actId="34807"/>
          <ac:spMkLst>
            <pc:docMk/>
            <pc:sldMk cId="3936017780" sldId="2329"/>
            <ac:spMk id="10764" creationId="{0ECF7081-2ED4-17AC-034C-B5CB35127232}"/>
          </ac:spMkLst>
        </pc:spChg>
        <pc:spChg chg="add mod">
          <ac:chgData name="" userId="" providerId="" clId="Web-{387EF375-F020-4633-9EC3-E9EBAEE7E1FC}" dt="2026-09-29T12:54:19.458" v="17" actId="34807"/>
          <ac:spMkLst>
            <pc:docMk/>
            <pc:sldMk cId="3936017780" sldId="2329"/>
            <ac:spMk id="10891" creationId="{8B71B35F-E399-440B-446B-A119D4126E9E}"/>
          </ac:spMkLst>
        </pc:spChg>
        <pc:spChg chg="mod">
          <ac:chgData name="" userId="" providerId="" clId="Web-{387EF375-F020-4633-9EC3-E9EBAEE7E1FC}" dt="2026-09-29T12:54:19.458" v="17" actId="34807"/>
          <ac:spMkLst>
            <pc:docMk/>
            <pc:sldMk cId="3936017780" sldId="2329"/>
            <ac:spMk id="11019" creationId="{7927B346-874D-252F-CC05-733383CEB7F9}"/>
          </ac:spMkLst>
        </pc:spChg>
        <pc:spChg chg="mod">
          <ac:chgData name="" userId="" providerId="" clId="Web-{387EF375-F020-4633-9EC3-E9EBAEE7E1FC}" dt="2026-09-29T12:54:19.458" v="17" actId="34807"/>
          <ac:spMkLst>
            <pc:docMk/>
            <pc:sldMk cId="3936017780" sldId="2329"/>
            <ac:spMk id="11148" creationId="{2183E009-EDB8-788D-70B0-D211A5CAD606}"/>
          </ac:spMkLst>
        </pc:spChg>
        <pc:spChg chg="add mod">
          <ac:chgData name="" userId="" providerId="" clId="Web-{387EF375-F020-4633-9EC3-E9EBAEE7E1FC}" dt="2026-09-29T12:54:10.035" v="12" actId="34807"/>
          <ac:spMkLst>
            <pc:docMk/>
            <pc:sldMk cId="3936017780" sldId="2329"/>
            <ac:spMk id="11278" creationId="{9E3DD4CB-EE5B-53C3-AC4A-ED9B0E156241}"/>
          </ac:spMkLst>
        </pc:spChg>
        <pc:spChg chg="mod">
          <ac:chgData name="" userId="" providerId="" clId="Web-{387EF375-F020-4633-9EC3-E9EBAEE7E1FC}" dt="2026-09-29T12:56:12.117" v="21" actId="34807"/>
          <ac:spMkLst>
            <pc:docMk/>
            <pc:sldMk cId="3936017780" sldId="2329"/>
            <ac:spMk id="11541" creationId="{106B50CC-60B9-AEEF-E64E-72A09E894809}"/>
          </ac:spMkLst>
        </pc:spChg>
        <pc:spChg chg="add mod">
          <ac:chgData name="" userId="" providerId="" clId="Web-{387EF375-F020-4633-9EC3-E9EBAEE7E1FC}" dt="2026-09-29T12:56:12.117" v="21" actId="34807"/>
          <ac:spMkLst>
            <pc:docMk/>
            <pc:sldMk cId="3936017780" sldId="2329"/>
            <ac:spMk id="11674" creationId="{721525D8-D64B-2DE9-1CE8-597505AEC6D9}"/>
          </ac:spMkLst>
        </pc:spChg>
        <pc:spChg chg="add mod">
          <ac:chgData name="" userId="" providerId="" clId="Web-{387EF375-F020-4633-9EC3-E9EBAEE7E1FC}" dt="2026-09-29T12:54:10.035" v="12" actId="34807"/>
          <ac:spMkLst>
            <pc:docMk/>
            <pc:sldMk cId="3936017780" sldId="2329"/>
            <ac:spMk id="11808" creationId="{BC2AB075-66A1-D899-61B4-83EA225EE9DF}"/>
          </ac:spMkLst>
        </pc:spChg>
        <pc:spChg chg="add mod">
          <ac:chgData name="" userId="" providerId="" clId="Web-{387EF375-F020-4633-9EC3-E9EBAEE7E1FC}" dt="2026-09-29T12:54:10.035" v="12" actId="34807"/>
          <ac:spMkLst>
            <pc:docMk/>
            <pc:sldMk cId="3936017780" sldId="2329"/>
            <ac:spMk id="11943" creationId="{3590E221-A6BA-A571-7647-B9FF02D68BCF}"/>
          </ac:spMkLst>
        </pc:spChg>
        <pc:spChg chg="add mod">
          <ac:chgData name="" userId="" providerId="" clId="Web-{387EF375-F020-4633-9EC3-E9EBAEE7E1FC}" dt="2026-09-29T12:56:12.117" v="21" actId="34807"/>
          <ac:spMkLst>
            <pc:docMk/>
            <pc:sldMk cId="3936017780" sldId="2329"/>
            <ac:spMk id="12354" creationId="{16B9AA06-4767-BDCF-76BE-BA78C16305A1}"/>
          </ac:spMkLst>
        </pc:spChg>
        <pc:spChg chg="mod">
          <ac:chgData name="" userId="" providerId="" clId="Web-{387EF375-F020-4633-9EC3-E9EBAEE7E1FC}" dt="2026-09-29T12:56:12.117" v="21" actId="34807"/>
          <ac:spMkLst>
            <pc:docMk/>
            <pc:sldMk cId="3936017780" sldId="2329"/>
            <ac:spMk id="12493" creationId="{68F46568-FF7B-0103-4842-4AE62FF46CB3}"/>
          </ac:spMkLst>
        </pc:spChg>
        <pc:spChg chg="mod">
          <ac:chgData name="" userId="" providerId="" clId="Web-{387EF375-F020-4633-9EC3-E9EBAEE7E1FC}" dt="2026-09-29T12:56:12.117" v="21" actId="34807"/>
          <ac:spMkLst>
            <pc:docMk/>
            <pc:sldMk cId="3936017780" sldId="2329"/>
            <ac:spMk id="13203" creationId="{F4ABE416-680D-B5B5-7439-6AB7C998A679}"/>
          </ac:spMkLst>
        </pc:spChg>
        <pc:spChg chg="mod">
          <ac:chgData name="" userId="" providerId="" clId="Web-{387EF375-F020-4633-9EC3-E9EBAEE7E1FC}" dt="2026-09-29T12:56:12.117" v="21" actId="34807"/>
          <ac:spMkLst>
            <pc:docMk/>
            <pc:sldMk cId="3936017780" sldId="2329"/>
            <ac:spMk id="13348" creationId="{865840EF-2C46-E6B5-92D8-866833A5F8E9}"/>
          </ac:spMkLst>
        </pc:spChg>
        <pc:spChg chg="add mod">
          <ac:chgData name="" userId="" providerId="" clId="Web-{387EF375-F020-4633-9EC3-E9EBAEE7E1FC}" dt="2026-09-29T12:54:10.035" v="12" actId="34807"/>
          <ac:spMkLst>
            <pc:docMk/>
            <pc:sldMk cId="3936017780" sldId="2329"/>
            <ac:spMk id="13494" creationId="{ABD608F5-7664-9E98-4EDD-250E84632BF1}"/>
          </ac:spMkLst>
        </pc:spChg>
        <pc:spChg chg="add mod">
          <ac:chgData name="" userId="" providerId="" clId="Web-{387EF375-F020-4633-9EC3-E9EBAEE7E1FC}" dt="2026-09-29T12:54:10.035" v="12" actId="34807"/>
          <ac:spMkLst>
            <pc:docMk/>
            <pc:sldMk cId="3936017780" sldId="2329"/>
            <ac:spMk id="13938" creationId="{2792FAD2-E20C-9954-417E-EB067619CDE4}"/>
          </ac:spMkLst>
        </pc:spChg>
        <pc:spChg chg="add mod">
          <ac:chgData name="" userId="" providerId="" clId="Web-{387EF375-F020-4633-9EC3-E9EBAEE7E1FC}" dt="2026-09-29T12:56:12.117" v="21" actId="34807"/>
          <ac:spMkLst>
            <pc:docMk/>
            <pc:sldMk cId="3936017780" sldId="2329"/>
            <ac:spMk id="14088" creationId="{2DBE2871-0371-75A7-B2F4-26591A3A85BE}"/>
          </ac:spMkLst>
        </pc:spChg>
        <pc:spChg chg="mod">
          <ac:chgData name="" userId="" providerId="" clId="Web-{387EF375-F020-4633-9EC3-E9EBAEE7E1FC}" dt="2026-09-29T12:56:12.117" v="21" actId="34807"/>
          <ac:spMkLst>
            <pc:docMk/>
            <pc:sldMk cId="3936017780" sldId="2329"/>
            <ac:spMk id="14239" creationId="{558C9D05-071B-B466-5AAD-CD60D1820DC6}"/>
          </ac:spMkLst>
        </pc:spChg>
      </pc:sldChg>
      <pc:sldChg chg="addSp modSp add mod ord setBg modNotesTx">
        <pc:chgData name="" userId="" providerId="" clId="Web-{387EF375-F020-4633-9EC3-E9EBAEE7E1FC}" dt="2026-09-29T12:54:34.739" v="19" actId="34807"/>
        <pc:sldMkLst>
          <pc:docMk/>
          <pc:sldMk cId="2436889077" sldId="2540"/>
        </pc:sldMkLst>
        <pc:spChg chg="add mod">
          <ac:chgData name="" userId="" providerId="" clId="Web-{387EF375-F020-4633-9EC3-E9EBAEE7E1FC}" dt="2026-09-29T12:54:19.458" v="17" actId="34807"/>
          <ac:spMkLst>
            <pc:docMk/>
            <pc:sldMk cId="2436889077" sldId="2540"/>
            <ac:spMk id="14545" creationId="{A5B0674E-7C89-AD3A-7DDA-D51B3C62E34B}"/>
          </ac:spMkLst>
        </pc:spChg>
        <pc:spChg chg="add mod">
          <ac:chgData name="" userId="" providerId="" clId="Web-{387EF375-F020-4633-9EC3-E9EBAEE7E1FC}" dt="2026-09-29T12:54:14.520" v="14" actId="34807"/>
          <ac:spMkLst>
            <pc:docMk/>
            <pc:sldMk cId="2436889077" sldId="2540"/>
            <ac:spMk id="14547" creationId="{2AADA85B-C6FB-2371-8D59-1E89B50EC869}"/>
          </ac:spMkLst>
        </pc:spChg>
        <pc:spChg chg="add mod">
          <ac:chgData name="" userId="" providerId="" clId="Web-{387EF375-F020-4633-9EC3-E9EBAEE7E1FC}" dt="2026-09-29T12:54:14.520" v="14" actId="34807"/>
          <ac:spMkLst>
            <pc:docMk/>
            <pc:sldMk cId="2436889077" sldId="2540"/>
            <ac:spMk id="14550" creationId="{CCE137B2-8ED5-8981-6FA5-4183D40D6F04}"/>
          </ac:spMkLst>
        </pc:spChg>
        <pc:spChg chg="add mod">
          <ac:chgData name="" userId="" providerId="" clId="Web-{387EF375-F020-4633-9EC3-E9EBAEE7E1FC}" dt="2026-09-29T12:54:19.458" v="17" actId="34807"/>
          <ac:spMkLst>
            <pc:docMk/>
            <pc:sldMk cId="2436889077" sldId="2540"/>
            <ac:spMk id="14565" creationId="{2BFE5270-B07A-7563-F4D3-BDA1EC8EF0A8}"/>
          </ac:spMkLst>
        </pc:spChg>
        <pc:spChg chg="add mod">
          <ac:chgData name="" userId="" providerId="" clId="Web-{387EF375-F020-4633-9EC3-E9EBAEE7E1FC}" dt="2026-09-29T12:54:14.520" v="14" actId="34807"/>
          <ac:spMkLst>
            <pc:docMk/>
            <pc:sldMk cId="2436889077" sldId="2540"/>
            <ac:spMk id="14580" creationId="{B3C51599-9CD3-65C9-5415-524692C08533}"/>
          </ac:spMkLst>
        </pc:spChg>
        <pc:spChg chg="add mod">
          <ac:chgData name="" userId="" providerId="" clId="Web-{387EF375-F020-4633-9EC3-E9EBAEE7E1FC}" dt="2026-09-29T12:54:14.520" v="14" actId="34807"/>
          <ac:spMkLst>
            <pc:docMk/>
            <pc:sldMk cId="2436889077" sldId="2540"/>
            <ac:spMk id="14589" creationId="{A1260AD1-783A-29B0-5311-14FC4625A334}"/>
          </ac:spMkLst>
        </pc:spChg>
        <pc:spChg chg="add mod">
          <ac:chgData name="" userId="" providerId="" clId="Web-{387EF375-F020-4633-9EC3-E9EBAEE7E1FC}" dt="2026-09-29T12:54:14.520" v="14" actId="34807"/>
          <ac:spMkLst>
            <pc:docMk/>
            <pc:sldMk cId="2436889077" sldId="2540"/>
            <ac:spMk id="14622" creationId="{AAFD3262-6299-BA3F-91A1-26F5971D37F4}"/>
          </ac:spMkLst>
        </pc:spChg>
        <pc:spChg chg="add mod">
          <ac:chgData name="" userId="" providerId="" clId="Web-{387EF375-F020-4633-9EC3-E9EBAEE7E1FC}" dt="2026-09-29T12:54:14.520" v="14" actId="34807"/>
          <ac:spMkLst>
            <pc:docMk/>
            <pc:sldMk cId="2436889077" sldId="2540"/>
            <ac:spMk id="14680" creationId="{7E1E9A3A-74CA-D867-FD5F-99397D8EF882}"/>
          </ac:spMkLst>
        </pc:spChg>
        <pc:spChg chg="add mod">
          <ac:chgData name="" userId="" providerId="" clId="Web-{387EF375-F020-4633-9EC3-E9EBAEE7E1FC}" dt="2026-09-29T12:54:14.520" v="14" actId="34807"/>
          <ac:spMkLst>
            <pc:docMk/>
            <pc:sldMk cId="2436889077" sldId="2540"/>
            <ac:spMk id="14697" creationId="{C7134055-103F-6D6B-76FC-597B6708AA08}"/>
          </ac:spMkLst>
        </pc:spChg>
        <pc:spChg chg="add mod">
          <ac:chgData name="" userId="" providerId="" clId="Web-{387EF375-F020-4633-9EC3-E9EBAEE7E1FC}" dt="2026-09-29T12:54:14.520" v="14" actId="34807"/>
          <ac:spMkLst>
            <pc:docMk/>
            <pc:sldMk cId="2436889077" sldId="2540"/>
            <ac:spMk id="14734" creationId="{39102655-749C-9683-5B0F-E929E5093F01}"/>
          </ac:spMkLst>
        </pc:spChg>
      </pc:sldChg>
      <pc:sldChg chg="addSp modSp add mod ord setBg modNotesTx">
        <pc:chgData name="" userId="" providerId="" clId="Web-{387EF375-F020-4633-9EC3-E9EBAEE7E1FC}" dt="2026-09-29T12:56:12.117" v="21" actId="34807"/>
        <pc:sldMkLst>
          <pc:docMk/>
          <pc:sldMk cId="2960274399" sldId="2752"/>
        </pc:sldMkLst>
        <pc:spChg chg="add mod">
          <ac:chgData name="" userId="" providerId="" clId="Web-{387EF375-F020-4633-9EC3-E9EBAEE7E1FC}" dt="2026-09-29T12:54:19.458" v="17" actId="34807"/>
          <ac:spMkLst>
            <pc:docMk/>
            <pc:sldMk cId="2960274399" sldId="2752"/>
            <ac:spMk id="14775" creationId="{D210218D-0DFE-6029-7F46-BE627658737B}"/>
          </ac:spMkLst>
        </pc:spChg>
        <pc:spChg chg="add mod">
          <ac:chgData name="" userId="" providerId="" clId="Web-{387EF375-F020-4633-9EC3-E9EBAEE7E1FC}" dt="2026-09-29T12:54:14.520" v="14" actId="34807"/>
          <ac:spMkLst>
            <pc:docMk/>
            <pc:sldMk cId="2960274399" sldId="2752"/>
            <ac:spMk id="14797" creationId="{C4A10CAE-FDDA-8191-1236-69EF5A958C4F}"/>
          </ac:spMkLst>
        </pc:spChg>
        <pc:spChg chg="add mod">
          <ac:chgData name="" userId="" providerId="" clId="Web-{387EF375-F020-4633-9EC3-E9EBAEE7E1FC}" dt="2026-09-29T12:54:14.520" v="14" actId="34807"/>
          <ac:spMkLst>
            <pc:docMk/>
            <pc:sldMk cId="2960274399" sldId="2752"/>
            <ac:spMk id="14844" creationId="{721F2F9E-CE76-1D02-D58B-1EACDE682FC6}"/>
          </ac:spMkLst>
        </pc:spChg>
        <pc:spChg chg="mod">
          <ac:chgData name="" userId="" providerId="" clId="Web-{387EF375-F020-4633-9EC3-E9EBAEE7E1FC}" dt="2026-09-29T12:54:19.458" v="17" actId="34807"/>
          <ac:spMkLst>
            <pc:docMk/>
            <pc:sldMk cId="2960274399" sldId="2752"/>
            <ac:spMk id="14869" creationId="{4E5BC230-3EE6-0755-0A57-816658A4F618}"/>
          </ac:spMkLst>
        </pc:spChg>
        <pc:spChg chg="mod">
          <ac:chgData name="" userId="" providerId="" clId="Web-{387EF375-F020-4633-9EC3-E9EBAEE7E1FC}" dt="2026-09-29T12:54:19.458" v="17" actId="34807"/>
          <ac:spMkLst>
            <pc:docMk/>
            <pc:sldMk cId="2960274399" sldId="2752"/>
            <ac:spMk id="14895" creationId="{AB3D06FF-BBD4-78B3-6B54-DA78B56CC58B}"/>
          </ac:spMkLst>
        </pc:spChg>
        <pc:spChg chg="mod">
          <ac:chgData name="" userId="" providerId="" clId="Web-{387EF375-F020-4633-9EC3-E9EBAEE7E1FC}" dt="2026-09-29T12:54:19.458" v="17" actId="34807"/>
          <ac:spMkLst>
            <pc:docMk/>
            <pc:sldMk cId="2960274399" sldId="2752"/>
            <ac:spMk id="14922" creationId="{5F32AADE-1974-697F-AFD2-7B8DF80B9F68}"/>
          </ac:spMkLst>
        </pc:spChg>
        <pc:spChg chg="add mod">
          <ac:chgData name="" userId="" providerId="" clId="Web-{387EF375-F020-4633-9EC3-E9EBAEE7E1FC}" dt="2026-09-29T12:56:12.117" v="21" actId="34807"/>
          <ac:spMkLst>
            <pc:docMk/>
            <pc:sldMk cId="2960274399" sldId="2752"/>
            <ac:spMk id="15009" creationId="{EBD3A6DF-7FC2-896F-5CEA-5A27A79EBCAA}"/>
          </ac:spMkLst>
        </pc:spChg>
        <pc:spChg chg="mod">
          <ac:chgData name="" userId="" providerId="" clId="Web-{387EF375-F020-4633-9EC3-E9EBAEE7E1FC}" dt="2026-09-29T12:56:12.117" v="21" actId="34807"/>
          <ac:spMkLst>
            <pc:docMk/>
            <pc:sldMk cId="2960274399" sldId="2752"/>
            <ac:spMk id="15040" creationId="{0380AD04-8CB4-66C5-CE48-D5EE09F5BD54}"/>
          </ac:spMkLst>
        </pc:spChg>
        <pc:spChg chg="add mod">
          <ac:chgData name="" userId="" providerId="" clId="Web-{387EF375-F020-4633-9EC3-E9EBAEE7E1FC}" dt="2026-09-29T12:54:14.520" v="14" actId="34807"/>
          <ac:spMkLst>
            <pc:docMk/>
            <pc:sldMk cId="2960274399" sldId="2752"/>
            <ac:spMk id="15072" creationId="{7E61D5D7-941E-C086-F925-3A058FE1E666}"/>
          </ac:spMkLst>
        </pc:spChg>
        <pc:spChg chg="mod">
          <ac:chgData name="" userId="" providerId="" clId="Web-{387EF375-F020-4633-9EC3-E9EBAEE7E1FC}" dt="2026-09-29T12:56:12.117" v="21" actId="34807"/>
          <ac:spMkLst>
            <pc:docMk/>
            <pc:sldMk cId="2960274399" sldId="2752"/>
            <ac:spMk id="15210" creationId="{58D0F90F-32E7-D804-5695-A784CD851211}"/>
          </ac:spMkLst>
        </pc:spChg>
        <pc:spChg chg="mod">
          <ac:chgData name="" userId="" providerId="" clId="Web-{387EF375-F020-4633-9EC3-E9EBAEE7E1FC}" dt="2026-09-29T12:56:12.117" v="21" actId="34807"/>
          <ac:spMkLst>
            <pc:docMk/>
            <pc:sldMk cId="2960274399" sldId="2752"/>
            <ac:spMk id="15247" creationId="{310D9DD8-3063-072A-F2ED-A8D07F279061}"/>
          </ac:spMkLst>
        </pc:spChg>
        <pc:spChg chg="add mod">
          <ac:chgData name="" userId="" providerId="" clId="Web-{387EF375-F020-4633-9EC3-E9EBAEE7E1FC}" dt="2026-09-29T12:54:14.520" v="14" actId="34807"/>
          <ac:spMkLst>
            <pc:docMk/>
            <pc:sldMk cId="2960274399" sldId="2752"/>
            <ac:spMk id="15405" creationId="{A89B0C08-78BE-4756-F7FA-AE4C171B2C39}"/>
          </ac:spMkLst>
        </pc:spChg>
        <pc:spChg chg="mod">
          <ac:chgData name="" userId="" providerId="" clId="Web-{387EF375-F020-4633-9EC3-E9EBAEE7E1FC}" dt="2026-09-29T12:56:12.117" v="21" actId="34807"/>
          <ac:spMkLst>
            <pc:docMk/>
            <pc:sldMk cId="2960274399" sldId="2752"/>
            <ac:spMk id="15447" creationId="{7428D7C8-AEA0-1A15-F154-8F19AA9B3882}"/>
          </ac:spMkLst>
        </pc:spChg>
        <pc:spChg chg="add mod">
          <ac:chgData name="" userId="" providerId="" clId="Web-{387EF375-F020-4633-9EC3-E9EBAEE7E1FC}" dt="2026-09-29T12:56:12.117" v="21" actId="34807"/>
          <ac:spMkLst>
            <pc:docMk/>
            <pc:sldMk cId="2960274399" sldId="2752"/>
            <ac:spMk id="15490" creationId="{31C17A32-4914-7B7C-3ACE-741C308DFB26}"/>
          </ac:spMkLst>
        </pc:spChg>
        <pc:spChg chg="add mod">
          <ac:chgData name="" userId="" providerId="" clId="Web-{387EF375-F020-4633-9EC3-E9EBAEE7E1FC}" dt="2026-09-29T12:54:14.520" v="14" actId="34807"/>
          <ac:spMkLst>
            <pc:docMk/>
            <pc:sldMk cId="2960274399" sldId="2752"/>
            <ac:spMk id="15534" creationId="{14CDE69F-143B-0885-0F07-AB449564AD19}"/>
          </ac:spMkLst>
        </pc:spChg>
        <pc:spChg chg="add mod">
          <ac:chgData name="" userId="" providerId="" clId="Web-{387EF375-F020-4633-9EC3-E9EBAEE7E1FC}" dt="2026-09-29T12:54:14.520" v="14" actId="34807"/>
          <ac:spMkLst>
            <pc:docMk/>
            <pc:sldMk cId="2960274399" sldId="2752"/>
            <ac:spMk id="15625" creationId="{E61EB7BC-106E-D25F-4925-CF2F6288E08F}"/>
          </ac:spMkLst>
        </pc:spChg>
        <pc:spChg chg="mod">
          <ac:chgData name="" userId="" providerId="" clId="Web-{387EF375-F020-4633-9EC3-E9EBAEE7E1FC}" dt="2026-09-29T12:56:12.117" v="21" actId="34807"/>
          <ac:spMkLst>
            <pc:docMk/>
            <pc:sldMk cId="2960274399" sldId="2752"/>
            <ac:spMk id="15720" creationId="{538379EA-5B80-1C5A-815C-A269D33EC9C9}"/>
          </ac:spMkLst>
        </pc:spChg>
        <pc:spChg chg="add mod">
          <ac:chgData name="" userId="" providerId="" clId="Web-{387EF375-F020-4633-9EC3-E9EBAEE7E1FC}" dt="2026-09-29T12:56:12.117" v="21" actId="34807"/>
          <ac:spMkLst>
            <pc:docMk/>
            <pc:sldMk cId="2960274399" sldId="2752"/>
            <ac:spMk id="15769" creationId="{31B812AE-66F3-C956-473A-583E91A86F16}"/>
          </ac:spMkLst>
        </pc:spChg>
      </pc:sldChg>
      <pc:sldChg chg="addSp modSp add mod ord setBg modNotesTx">
        <pc:chgData name="" userId="" providerId="" clId="Web-{387EF375-F020-4633-9EC3-E9EBAEE7E1FC}" dt="2026-09-29T12:54:34.739" v="19" actId="34807"/>
        <pc:sldMkLst>
          <pc:docMk/>
          <pc:sldMk cId="655714334" sldId="2965"/>
        </pc:sldMkLst>
        <pc:spChg chg="mod">
          <ac:chgData name="" userId="" providerId="" clId="Web-{387EF375-F020-4633-9EC3-E9EBAEE7E1FC}" dt="2026-09-29T12:54:19.458" v="17" actId="34807"/>
          <ac:spMkLst>
            <pc:docMk/>
            <pc:sldMk cId="655714334" sldId="2965"/>
            <ac:spMk id="15922" creationId="{ADC519FA-571C-0C07-A2FB-4EBB1F929317}"/>
          </ac:spMkLst>
        </pc:spChg>
        <pc:spChg chg="add mod">
          <ac:chgData name="" userId="" providerId="" clId="Web-{387EF375-F020-4633-9EC3-E9EBAEE7E1FC}" dt="2026-09-29T12:54:14.520" v="14" actId="34807"/>
          <ac:spMkLst>
            <pc:docMk/>
            <pc:sldMk cId="655714334" sldId="2965"/>
            <ac:spMk id="16029" creationId="{00811F4C-402E-7C5B-CBEB-3E06106F460A}"/>
          </ac:spMkLst>
        </pc:spChg>
        <pc:spChg chg="add mod">
          <ac:chgData name="" userId="" providerId="" clId="Web-{387EF375-F020-4633-9EC3-E9EBAEE7E1FC}" dt="2026-09-29T12:54:14.520" v="14" actId="34807"/>
          <ac:spMkLst>
            <pc:docMk/>
            <pc:sldMk cId="655714334" sldId="2965"/>
            <ac:spMk id="16084" creationId="{D9E5D380-F7AF-9A3B-1EA3-C2CB40E15706}"/>
          </ac:spMkLst>
        </pc:spChg>
        <pc:spChg chg="add mod">
          <ac:chgData name="" userId="" providerId="" clId="Web-{387EF375-F020-4633-9EC3-E9EBAEE7E1FC}" dt="2026-09-29T12:54:14.520" v="14" actId="34807"/>
          <ac:spMkLst>
            <pc:docMk/>
            <pc:sldMk cId="655714334" sldId="2965"/>
            <ac:spMk id="16140" creationId="{C235FAE6-AB35-8EA4-C2F0-61335E0C2946}"/>
          </ac:spMkLst>
        </pc:spChg>
        <pc:spChg chg="mod">
          <ac:chgData name="" userId="" providerId="" clId="Web-{387EF375-F020-4633-9EC3-E9EBAEE7E1FC}" dt="2026-09-29T12:54:19.458" v="17" actId="34807"/>
          <ac:spMkLst>
            <pc:docMk/>
            <pc:sldMk cId="655714334" sldId="2965"/>
            <ac:spMk id="16197" creationId="{C3DC70C8-32B3-AD00-99E0-BF4BE2DA486A}"/>
          </ac:spMkLst>
        </pc:spChg>
        <pc:spChg chg="add mod">
          <ac:chgData name="" userId="" providerId="" clId="Web-{387EF375-F020-4633-9EC3-E9EBAEE7E1FC}" dt="2026-09-29T12:54:14.520" v="14" actId="34807"/>
          <ac:spMkLst>
            <pc:docMk/>
            <pc:sldMk cId="655714334" sldId="2965"/>
            <ac:spMk id="16314" creationId="{7178E0EB-EDA7-2DF7-A47E-3664FC0D1AEA}"/>
          </ac:spMkLst>
        </pc:spChg>
        <pc:spChg chg="add mod">
          <ac:chgData name="" userId="" providerId="" clId="Web-{387EF375-F020-4633-9EC3-E9EBAEE7E1FC}" dt="2026-09-29T12:54:14.520" v="14" actId="34807"/>
          <ac:spMkLst>
            <pc:docMk/>
            <pc:sldMk cId="655714334" sldId="2965"/>
            <ac:spMk id="16435" creationId="{5576B372-BAB8-0FED-8348-F7A28FF92C8D}"/>
          </ac:spMkLst>
        </pc:spChg>
        <pc:spChg chg="add mod">
          <ac:chgData name="" userId="" providerId="" clId="Web-{387EF375-F020-4633-9EC3-E9EBAEE7E1FC}" dt="2026-09-29T12:54:14.520" v="14" actId="34807"/>
          <ac:spMkLst>
            <pc:docMk/>
            <pc:sldMk cId="655714334" sldId="2965"/>
            <ac:spMk id="16890" creationId="{272C5224-EFEB-8C96-3804-4B1631A35956}"/>
          </ac:spMkLst>
        </pc:spChg>
        <pc:spChg chg="add mod">
          <ac:chgData name="" userId="" providerId="" clId="Web-{387EF375-F020-4633-9EC3-E9EBAEE7E1FC}" dt="2026-09-29T12:54:14.520" v="14" actId="34807"/>
          <ac:spMkLst>
            <pc:docMk/>
            <pc:sldMk cId="655714334" sldId="2965"/>
            <ac:spMk id="16959" creationId="{7BDB446C-740A-0C51-CDB6-FCBA602D6573}"/>
          </ac:spMkLst>
        </pc:spChg>
        <pc:spChg chg="add mod">
          <ac:chgData name="" userId="" providerId="" clId="Web-{387EF375-F020-4633-9EC3-E9EBAEE7E1FC}" dt="2026-09-29T12:54:14.520" v="14" actId="34807"/>
          <ac:spMkLst>
            <pc:docMk/>
            <pc:sldMk cId="655714334" sldId="2965"/>
            <ac:spMk id="17029" creationId="{F62CFC39-7206-9699-7861-0CB16CBD2253}"/>
          </ac:spMkLst>
        </pc:spChg>
        <pc:spChg chg="add mod">
          <ac:chgData name="" userId="" providerId="" clId="Web-{387EF375-F020-4633-9EC3-E9EBAEE7E1FC}" dt="2026-09-29T12:54:14.520" v="14" actId="34807"/>
          <ac:spMkLst>
            <pc:docMk/>
            <pc:sldMk cId="655714334" sldId="2965"/>
            <ac:spMk id="17100" creationId="{A762D013-D448-15EB-6542-2F4B727A626B}"/>
          </ac:spMkLst>
        </pc:spChg>
      </pc:sldChg>
      <pc:sldChg chg="addSp modSp add mod ord setBg modNotesTx">
        <pc:chgData name="" userId="" providerId="" clId="Web-{387EF375-F020-4633-9EC3-E9EBAEE7E1FC}" dt="2026-09-29T12:56:12.117" v="21" actId="34807"/>
        <pc:sldMkLst>
          <pc:docMk/>
          <pc:sldMk cId="3324143087" sldId="3179"/>
        </pc:sldMkLst>
        <pc:spChg chg="mod">
          <ac:chgData name="" userId="" providerId="" clId="Web-{387EF375-F020-4633-9EC3-E9EBAEE7E1FC}" dt="2026-09-29T12:54:19.458" v="17" actId="34807"/>
          <ac:spMkLst>
            <pc:docMk/>
            <pc:sldMk cId="3324143087" sldId="3179"/>
            <ac:spMk id="17172" creationId="{960070F7-D4B8-1482-6C27-4AD0F19CE31B}"/>
          </ac:spMkLst>
        </pc:spChg>
        <pc:spChg chg="mod">
          <ac:chgData name="" userId="" providerId="" clId="Web-{387EF375-F020-4633-9EC3-E9EBAEE7E1FC}" dt="2026-09-29T12:54:19.458" v="17" actId="34807"/>
          <ac:spMkLst>
            <pc:docMk/>
            <pc:sldMk cId="3324143087" sldId="3179"/>
            <ac:spMk id="17470" creationId="{7D7115F8-484B-1245-4C63-4EE82E97ED94}"/>
          </ac:spMkLst>
        </pc:spChg>
        <pc:spChg chg="add mod">
          <ac:chgData name="" userId="" providerId="" clId="Web-{387EF375-F020-4633-9EC3-E9EBAEE7E1FC}" dt="2026-09-29T12:54:19.458" v="17" actId="34807"/>
          <ac:spMkLst>
            <pc:docMk/>
            <pc:sldMk cId="3324143087" sldId="3179"/>
            <ac:spMk id="17547" creationId="{DC9F889D-0094-B90B-BED0-5722C058E83A}"/>
          </ac:spMkLst>
        </pc:spChg>
        <pc:spChg chg="add mod">
          <ac:chgData name="" userId="" providerId="" clId="Web-{387EF375-F020-4633-9EC3-E9EBAEE7E1FC}" dt="2026-09-29T12:54:19.458" v="17" actId="34807"/>
          <ac:spMkLst>
            <pc:docMk/>
            <pc:sldMk cId="3324143087" sldId="3179"/>
            <ac:spMk id="17625" creationId="{05502E15-3DC5-08B1-2972-8C236101CFFC}"/>
          </ac:spMkLst>
        </pc:spChg>
        <pc:spChg chg="add mod">
          <ac:chgData name="" userId="" providerId="" clId="Web-{387EF375-F020-4633-9EC3-E9EBAEE7E1FC}" dt="2026-09-29T12:54:14.520" v="14" actId="34807"/>
          <ac:spMkLst>
            <pc:docMk/>
            <pc:sldMk cId="3324143087" sldId="3179"/>
            <ac:spMk id="17704" creationId="{80F70DE9-1F10-3B00-AD0D-BB510C1C3CB7}"/>
          </ac:spMkLst>
        </pc:spChg>
        <pc:spChg chg="mod">
          <ac:chgData name="" userId="" providerId="" clId="Web-{387EF375-F020-4633-9EC3-E9EBAEE7E1FC}" dt="2026-09-29T12:56:12.117" v="21" actId="34807"/>
          <ac:spMkLst>
            <pc:docMk/>
            <pc:sldMk cId="3324143087" sldId="3179"/>
            <ac:spMk id="17865" creationId="{E9D878D6-8E91-FD73-5828-65C345800C4A}"/>
          </ac:spMkLst>
        </pc:spChg>
        <pc:spChg chg="mod">
          <ac:chgData name="" userId="" providerId="" clId="Web-{387EF375-F020-4633-9EC3-E9EBAEE7E1FC}" dt="2026-09-29T12:56:12.117" v="21" actId="34807"/>
          <ac:spMkLst>
            <pc:docMk/>
            <pc:sldMk cId="3324143087" sldId="3179"/>
            <ac:spMk id="17947" creationId="{942CEA47-8359-2C11-9BE0-3970C5895038}"/>
          </ac:spMkLst>
        </pc:spChg>
        <pc:spChg chg="add mod">
          <ac:chgData name="" userId="" providerId="" clId="Web-{387EF375-F020-4633-9EC3-E9EBAEE7E1FC}" dt="2026-09-29T12:54:14.520" v="14" actId="34807"/>
          <ac:spMkLst>
            <pc:docMk/>
            <pc:sldMk cId="3324143087" sldId="3179"/>
            <ac:spMk id="18030" creationId="{0693BD46-FA8D-BA79-0617-5B9414D899BF}"/>
          </ac:spMkLst>
        </pc:spChg>
        <pc:spChg chg="mod">
          <ac:chgData name="" userId="" providerId="" clId="Web-{387EF375-F020-4633-9EC3-E9EBAEE7E1FC}" dt="2026-09-29T12:56:12.117" v="21" actId="34807"/>
          <ac:spMkLst>
            <pc:docMk/>
            <pc:sldMk cId="3324143087" sldId="3179"/>
            <ac:spMk id="18372" creationId="{A2DFC778-AA7E-B3F8-C014-4642038EE153}"/>
          </ac:spMkLst>
        </pc:spChg>
        <pc:spChg chg="mod">
          <ac:chgData name="" userId="" providerId="" clId="Web-{387EF375-F020-4633-9EC3-E9EBAEE7E1FC}" dt="2026-09-29T12:56:12.117" v="21" actId="34807"/>
          <ac:spMkLst>
            <pc:docMk/>
            <pc:sldMk cId="3324143087" sldId="3179"/>
            <ac:spMk id="18460" creationId="{7798B0D2-3303-2459-2AA5-F807C215802F}"/>
          </ac:spMkLst>
        </pc:spChg>
        <pc:spChg chg="add mod">
          <ac:chgData name="" userId="" providerId="" clId="Web-{387EF375-F020-4633-9EC3-E9EBAEE7E1FC}" dt="2026-09-29T12:54:14.520" v="14" actId="34807"/>
          <ac:spMkLst>
            <pc:docMk/>
            <pc:sldMk cId="3324143087" sldId="3179"/>
            <ac:spMk id="18822" creationId="{833082E2-BBD0-67C9-80D7-FDDEFEFCE682}"/>
          </ac:spMkLst>
        </pc:spChg>
        <pc:spChg chg="mod">
          <ac:chgData name="" userId="" providerId="" clId="Web-{387EF375-F020-4633-9EC3-E9EBAEE7E1FC}" dt="2026-09-29T12:56:12.117" v="21" actId="34807"/>
          <ac:spMkLst>
            <pc:docMk/>
            <pc:sldMk cId="3324143087" sldId="3179"/>
            <ac:spMk id="18915" creationId="{2B19D090-52F2-41CD-CCEF-865B3230605F}"/>
          </ac:spMkLst>
        </pc:spChg>
        <pc:spChg chg="mod">
          <ac:chgData name="" userId="" providerId="" clId="Web-{387EF375-F020-4633-9EC3-E9EBAEE7E1FC}" dt="2026-09-29T12:56:12.117" v="21" actId="34807"/>
          <ac:spMkLst>
            <pc:docMk/>
            <pc:sldMk cId="3324143087" sldId="3179"/>
            <ac:spMk id="19009" creationId="{3FEBCC33-118D-297D-2764-9FFD889B0DEC}"/>
          </ac:spMkLst>
        </pc:spChg>
        <pc:spChg chg="add mod">
          <ac:chgData name="" userId="" providerId="" clId="Web-{387EF375-F020-4633-9EC3-E9EBAEE7E1FC}" dt="2026-09-29T12:54:14.520" v="14" actId="34807"/>
          <ac:spMkLst>
            <pc:docMk/>
            <pc:sldMk cId="3324143087" sldId="3179"/>
            <ac:spMk id="19104" creationId="{658F2D7D-EE45-E8A2-FAA5-6303CA90CE3D}"/>
          </ac:spMkLst>
        </pc:spChg>
        <pc:spChg chg="add mod">
          <ac:chgData name="" userId="" providerId="" clId="Web-{387EF375-F020-4633-9EC3-E9EBAEE7E1FC}" dt="2026-09-29T12:54:14.520" v="14" actId="34807"/>
          <ac:spMkLst>
            <pc:docMk/>
            <pc:sldMk cId="3324143087" sldId="3179"/>
            <ac:spMk id="19297" creationId="{D7FC836B-E95A-B3D0-52EF-302AD2B71515}"/>
          </ac:spMkLst>
        </pc:spChg>
        <pc:spChg chg="add mod">
          <ac:chgData name="" userId="" providerId="" clId="Web-{387EF375-F020-4633-9EC3-E9EBAEE7E1FC}" dt="2026-09-29T12:54:14.520" v="14" actId="34807"/>
          <ac:spMkLst>
            <pc:docMk/>
            <pc:sldMk cId="3324143087" sldId="3179"/>
            <ac:spMk id="19395" creationId="{FB22829F-57A1-28E1-23F3-DB0FBF250C25}"/>
          </ac:spMkLst>
        </pc:spChg>
        <pc:spChg chg="mod">
          <ac:chgData name="" userId="" providerId="" clId="Web-{387EF375-F020-4633-9EC3-E9EBAEE7E1FC}" dt="2026-09-29T12:56:12.117" v="21" actId="34807"/>
          <ac:spMkLst>
            <pc:docMk/>
            <pc:sldMk cId="3324143087" sldId="3179"/>
            <ac:spMk id="19494" creationId="{F3EBF8C6-F6CF-50E7-D417-DC0769311B72}"/>
          </ac:spMkLst>
        </pc:spChg>
        <pc:spChg chg="mod">
          <ac:chgData name="" userId="" providerId="" clId="Web-{387EF375-F020-4633-9EC3-E9EBAEE7E1FC}" dt="2026-09-29T12:56:12.117" v="21" actId="34807"/>
          <ac:spMkLst>
            <pc:docMk/>
            <pc:sldMk cId="3324143087" sldId="3179"/>
            <ac:spMk id="19594" creationId="{EEA80423-8DF7-02DC-6C57-0F777E208068}"/>
          </ac:spMkLst>
        </pc:spChg>
        <pc:spChg chg="add mod">
          <ac:chgData name="" userId="" providerId="" clId="Web-{387EF375-F020-4633-9EC3-E9EBAEE7E1FC}" dt="2026-09-29T12:54:14.520" v="14" actId="34807"/>
          <ac:spMkLst>
            <pc:docMk/>
            <pc:sldMk cId="3324143087" sldId="3179"/>
            <ac:spMk id="19695" creationId="{2E228D69-726F-76CF-F570-43A5EE6A3DE8}"/>
          </ac:spMkLst>
        </pc:spChg>
        <pc:spChg chg="add mod">
          <ac:chgData name="" userId="" providerId="" clId="Web-{387EF375-F020-4633-9EC3-E9EBAEE7E1FC}" dt="2026-09-29T12:54:14.520" v="14" actId="34807"/>
          <ac:spMkLst>
            <pc:docMk/>
            <pc:sldMk cId="3324143087" sldId="3179"/>
            <ac:spMk id="19797" creationId="{07FEC661-632B-BCD6-0860-963F5FAAF56A}"/>
          </ac:spMkLst>
        </pc:spChg>
      </pc:sldChg>
      <pc:sldChg chg="addSp modSp add mod ord setBg modNotesTx">
        <pc:chgData name="" userId="" providerId="" clId="Web-{387EF375-F020-4633-9EC3-E9EBAEE7E1FC}" dt="2026-09-29T12:54:34.739" v="19" actId="34807"/>
        <pc:sldMkLst>
          <pc:docMk/>
          <pc:sldMk cId="3535014490" sldId="3394"/>
        </pc:sldMkLst>
        <pc:spChg chg="mod">
          <ac:chgData name="" userId="" providerId="" clId="Web-{387EF375-F020-4633-9EC3-E9EBAEE7E1FC}" dt="2026-09-29T12:54:19.458" v="17" actId="34807"/>
          <ac:spMkLst>
            <pc:docMk/>
            <pc:sldMk cId="3535014490" sldId="3394"/>
            <ac:spMk id="19900" creationId="{46CE3236-A0A6-64BB-B6ED-CFBCFFBA59C0}"/>
          </ac:spMkLst>
        </pc:spChg>
        <pc:spChg chg="add mod">
          <ac:chgData name="" userId="" providerId="" clId="Web-{387EF375-F020-4633-9EC3-E9EBAEE7E1FC}" dt="2026-09-29T12:54:14.520" v="14" actId="34807"/>
          <ac:spMkLst>
            <pc:docMk/>
            <pc:sldMk cId="3535014490" sldId="3394"/>
            <ac:spMk id="20004" creationId="{060193BC-2347-3480-DD49-B2FAFB68948D}"/>
          </ac:spMkLst>
        </pc:spChg>
        <pc:spChg chg="add mod">
          <ac:chgData name="" userId="" providerId="" clId="Web-{387EF375-F020-4633-9EC3-E9EBAEE7E1FC}" dt="2026-09-29T12:54:14.520" v="14" actId="34807"/>
          <ac:spMkLst>
            <pc:docMk/>
            <pc:sldMk cId="3535014490" sldId="3394"/>
            <ac:spMk id="20215" creationId="{1A650DA0-1F4D-F837-1E4B-3D4214BD5AE5}"/>
          </ac:spMkLst>
        </pc:spChg>
        <pc:spChg chg="add mod">
          <ac:chgData name="" userId="" providerId="" clId="Web-{387EF375-F020-4633-9EC3-E9EBAEE7E1FC}" dt="2026-09-29T12:54:14.520" v="14" actId="34807"/>
          <ac:spMkLst>
            <pc:docMk/>
            <pc:sldMk cId="3535014490" sldId="3394"/>
            <ac:spMk id="20649" creationId="{FC9556DA-7BB8-5C43-9CE7-3AFCA3F05175}"/>
          </ac:spMkLst>
        </pc:spChg>
        <pc:spChg chg="add mod">
          <ac:chgData name="" userId="" providerId="" clId="Web-{387EF375-F020-4633-9EC3-E9EBAEE7E1FC}" dt="2026-09-29T12:54:14.520" v="14" actId="34807"/>
          <ac:spMkLst>
            <pc:docMk/>
            <pc:sldMk cId="3535014490" sldId="3394"/>
            <ac:spMk id="20760" creationId="{957A6C83-8C3F-4956-ECEE-E16535F596DA}"/>
          </ac:spMkLst>
        </pc:spChg>
        <pc:spChg chg="add mod">
          <ac:chgData name="" userId="" providerId="" clId="Web-{387EF375-F020-4633-9EC3-E9EBAEE7E1FC}" dt="2026-09-29T12:54:14.520" v="14" actId="34807"/>
          <ac:spMkLst>
            <pc:docMk/>
            <pc:sldMk cId="3535014490" sldId="3394"/>
            <ac:spMk id="20872" creationId="{D50F0EAA-6196-86F0-8D25-FD86E574F1DB}"/>
          </ac:spMkLst>
        </pc:spChg>
        <pc:spChg chg="add mod">
          <ac:chgData name="" userId="" providerId="" clId="Web-{387EF375-F020-4633-9EC3-E9EBAEE7E1FC}" dt="2026-09-29T12:54:14.520" v="14" actId="34807"/>
          <ac:spMkLst>
            <pc:docMk/>
            <pc:sldMk cId="3535014490" sldId="3394"/>
            <ac:spMk id="20985" creationId="{4B167C01-D817-C9DB-E587-754B76D44127}"/>
          </ac:spMkLst>
        </pc:spChg>
        <pc:spChg chg="add mod">
          <ac:chgData name="" userId="" providerId="" clId="Web-{387EF375-F020-4633-9EC3-E9EBAEE7E1FC}" dt="2026-09-29T12:54:14.520" v="14" actId="34807"/>
          <ac:spMkLst>
            <pc:docMk/>
            <pc:sldMk cId="3535014490" sldId="3394"/>
            <ac:spMk id="21447" creationId="{9FADE398-3C4C-8CD7-6038-CD077CD35E34}"/>
          </ac:spMkLst>
        </pc:spChg>
        <pc:spChg chg="add mod">
          <ac:chgData name="" userId="" providerId="" clId="Web-{387EF375-F020-4633-9EC3-E9EBAEE7E1FC}" dt="2026-09-29T12:54:14.520" v="14" actId="34807"/>
          <ac:spMkLst>
            <pc:docMk/>
            <pc:sldMk cId="3535014490" sldId="3394"/>
            <ac:spMk id="21565" creationId="{099779D6-EE42-55BD-6DAC-9E848A10AF03}"/>
          </ac:spMkLst>
        </pc:spChg>
        <pc:spChg chg="add mod">
          <ac:chgData name="" userId="" providerId="" clId="Web-{387EF375-F020-4633-9EC3-E9EBAEE7E1FC}" dt="2026-09-29T12:54:14.520" v="14" actId="34807"/>
          <ac:spMkLst>
            <pc:docMk/>
            <pc:sldMk cId="3535014490" sldId="3394"/>
            <ac:spMk id="22047" creationId="{4B6749AD-E877-63E2-9ACD-71868BE54D95}"/>
          </ac:spMkLst>
        </pc:spChg>
        <pc:spChg chg="add mod">
          <ac:chgData name="" userId="" providerId="" clId="Web-{387EF375-F020-4633-9EC3-E9EBAEE7E1FC}" dt="2026-09-29T12:54:19.458" v="17" actId="34807"/>
          <ac:spMkLst>
            <pc:docMk/>
            <pc:sldMk cId="3535014490" sldId="3394"/>
            <ac:spMk id="22170" creationId="{68BDB67C-8338-3092-F040-850F2508D3CE}"/>
          </ac:spMkLst>
        </pc:spChg>
      </pc:sldChg>
    </pc:docChg>
  </pc:docChgLst>
  <pc:docChgLst>
    <pc:chgData clId="Web-{5EF69670-CB8A-4AA4-9C7E-7375326DC669}"/>
    <pc:docChg chg="addSld modSld sldOrd">
      <pc:chgData name="" userId="" providerId="" clId="Web-{5EF69670-CB8A-4AA4-9C7E-7375326DC669}" dt="2026-09-29T13:32:26.472" v="7" actId="34807"/>
      <pc:docMkLst>
        <pc:docMk/>
      </pc:docMkLst>
      <pc:sldChg chg="ord modNotesTx">
        <pc:chgData name="" userId="" providerId="" clId="Web-{5EF69670-CB8A-4AA4-9C7E-7375326DC669}" dt="2026-09-29T13:31:23.205" v="5" actId="34807"/>
        <pc:sldMkLst>
          <pc:docMk/>
          <pc:sldMk cId="1139036792" sldId="256"/>
        </pc:sldMkLst>
      </pc:sldChg>
      <pc:sldChg chg="modSp ord modNotesTx">
        <pc:chgData name="" userId="" providerId="" clId="Web-{5EF69670-CB8A-4AA4-9C7E-7375326DC669}" dt="2026-09-29T13:31:23.205" v="5" actId="34807"/>
        <pc:sldMkLst>
          <pc:docMk/>
          <pc:sldMk cId="1336998288" sldId="269"/>
        </pc:sldMkLst>
        <pc:spChg chg="mod">
          <ac:chgData name="" userId="" providerId="" clId="Web-{5EF69670-CB8A-4AA4-9C7E-7375326DC669}" dt="2026-09-29T13:30:55.392" v="0" actId="34807"/>
          <ac:spMkLst>
            <pc:docMk/>
            <pc:sldMk cId="1336998288" sldId="269"/>
            <ac:spMk id="4" creationId="{11608AA7-A6D5-4BCF-8EF5-F3BDD91199E9}"/>
          </ac:spMkLst>
        </pc:spChg>
      </pc:sldChg>
      <pc:sldChg chg="modSp ord modNotesTx">
        <pc:chgData name="" userId="" providerId="" clId="Web-{5EF69670-CB8A-4AA4-9C7E-7375326DC669}" dt="2026-09-29T13:31:23.205" v="5" actId="34807"/>
        <pc:sldMkLst>
          <pc:docMk/>
          <pc:sldMk cId="1034358059" sldId="270"/>
        </pc:sldMkLst>
        <pc:spChg chg="mod">
          <ac:chgData name="" userId="" providerId="" clId="Web-{5EF69670-CB8A-4AA4-9C7E-7375326DC669}" dt="2026-09-29T13:30:55.392" v="0" actId="34807"/>
          <ac:spMkLst>
            <pc:docMk/>
            <pc:sldMk cId="1034358059" sldId="270"/>
            <ac:spMk id="4" creationId="{53866CAE-A4E1-4AAD-B5C3-BD83A3CA5695}"/>
          </ac:spMkLst>
        </pc:spChg>
        <pc:spChg chg="mod">
          <ac:chgData name="" userId="" providerId="" clId="Web-{5EF69670-CB8A-4AA4-9C7E-7375326DC669}" dt="2026-09-29T13:30:55.392" v="0" actId="34807"/>
          <ac:spMkLst>
            <pc:docMk/>
            <pc:sldMk cId="1034358059" sldId="270"/>
            <ac:spMk id="6" creationId="{C67A2B82-B478-49B5-9232-9496955C441D}"/>
          </ac:spMkLst>
        </pc:spChg>
        <pc:spChg chg="mod">
          <ac:chgData name="" userId="" providerId="" clId="Web-{5EF69670-CB8A-4AA4-9C7E-7375326DC669}" dt="2026-09-29T13:30:55.392" v="0" actId="34807"/>
          <ac:spMkLst>
            <pc:docMk/>
            <pc:sldMk cId="1034358059" sldId="270"/>
            <ac:spMk id="8" creationId="{28E92220-61FD-4243-BFC3-113FAA3D1CBA}"/>
          </ac:spMkLst>
        </pc:spChg>
        <pc:spChg chg="mod">
          <ac:chgData name="" userId="" providerId="" clId="Web-{5EF69670-CB8A-4AA4-9C7E-7375326DC669}" dt="2026-09-29T13:30:55.392" v="0" actId="34807"/>
          <ac:spMkLst>
            <pc:docMk/>
            <pc:sldMk cId="1034358059" sldId="270"/>
            <ac:spMk id="10" creationId="{289069E4-8646-4FD0-8EA1-D9C4943F1F44}"/>
          </ac:spMkLst>
        </pc:spChg>
        <pc:spChg chg="mod">
          <ac:chgData name="" userId="" providerId="" clId="Web-{5EF69670-CB8A-4AA4-9C7E-7375326DC669}" dt="2026-09-29T13:30:55.392" v="0" actId="34807"/>
          <ac:spMkLst>
            <pc:docMk/>
            <pc:sldMk cId="1034358059" sldId="270"/>
            <ac:spMk id="12" creationId="{B3F6E13E-69AC-43BD-9518-F3ABAE9E41FE}"/>
          </ac:spMkLst>
        </pc:spChg>
        <pc:spChg chg="mod">
          <ac:chgData name="" userId="" providerId="" clId="Web-{5EF69670-CB8A-4AA4-9C7E-7375326DC669}" dt="2026-09-29T13:30:55.392" v="0" actId="34807"/>
          <ac:spMkLst>
            <pc:docMk/>
            <pc:sldMk cId="1034358059" sldId="270"/>
            <ac:spMk id="14" creationId="{871188A2-356E-482C-9B0E-A6CB0CFD9FAB}"/>
          </ac:spMkLst>
        </pc:spChg>
      </pc:sldChg>
      <pc:sldChg chg="modSp ord modNotesTx">
        <pc:chgData name="" userId="" providerId="" clId="Web-{5EF69670-CB8A-4AA4-9C7E-7375326DC669}" dt="2026-09-29T13:31:23.205" v="5" actId="34807"/>
        <pc:sldMkLst>
          <pc:docMk/>
          <pc:sldMk cId="459768156" sldId="273"/>
        </pc:sldMkLst>
        <pc:spChg chg="mod">
          <ac:chgData name="" userId="" providerId="" clId="Web-{5EF69670-CB8A-4AA4-9C7E-7375326DC669}" dt="2026-09-29T13:30:55.392" v="0" actId="34807"/>
          <ac:spMkLst>
            <pc:docMk/>
            <pc:sldMk cId="459768156" sldId="273"/>
            <ac:spMk id="4" creationId="{4A7812CD-B9C6-4337-AFD7-787AA620A46B}"/>
          </ac:spMkLst>
        </pc:spChg>
      </pc:sldChg>
      <pc:sldChg chg="ord modNotesTx">
        <pc:chgData name="" userId="" providerId="" clId="Web-{5EF69670-CB8A-4AA4-9C7E-7375326DC669}" dt="2026-09-29T13:31:23.205" v="5" actId="34807"/>
        <pc:sldMkLst>
          <pc:docMk/>
          <pc:sldMk cId="489832098" sldId="475"/>
        </pc:sldMkLst>
      </pc:sldChg>
      <pc:sldChg chg="modSp ord modNotesTx">
        <pc:chgData name="" userId="" providerId="" clId="Web-{5EF69670-CB8A-4AA4-9C7E-7375326DC669}" dt="2026-09-29T13:31:23.205" v="5" actId="34807"/>
        <pc:sldMkLst>
          <pc:docMk/>
          <pc:sldMk cId="1908038838" sldId="677"/>
        </pc:sldMkLst>
        <pc:spChg chg="mod">
          <ac:chgData name="" userId="" providerId="" clId="Web-{5EF69670-CB8A-4AA4-9C7E-7375326DC669}" dt="2026-09-29T13:30:55.392" v="0" actId="34807"/>
          <ac:spMkLst>
            <pc:docMk/>
            <pc:sldMk cId="1908038838" sldId="677"/>
            <ac:spMk id="270" creationId="{AF60F74B-B215-1BD7-6F87-F3BFAF17F6FF}"/>
          </ac:spMkLst>
        </pc:spChg>
      </pc:sldChg>
      <pc:sldChg chg="modSp ord modNotesTx">
        <pc:chgData name="" userId="" providerId="" clId="Web-{5EF69670-CB8A-4AA4-9C7E-7375326DC669}" dt="2026-09-29T13:31:23.205" v="5" actId="34807"/>
        <pc:sldMkLst>
          <pc:docMk/>
          <pc:sldMk cId="1897550662" sldId="880"/>
        </pc:sldMkLst>
        <pc:spChg chg="mod">
          <ac:chgData name="" userId="" providerId="" clId="Web-{5EF69670-CB8A-4AA4-9C7E-7375326DC669}" dt="2026-09-29T13:30:55.392" v="0" actId="34807"/>
          <ac:spMkLst>
            <pc:docMk/>
            <pc:sldMk cId="1897550662" sldId="880"/>
            <ac:spMk id="1141" creationId="{B6DE8880-A786-FEC3-2FF0-F475E0F20EE8}"/>
          </ac:spMkLst>
        </pc:spChg>
        <pc:spChg chg="mod">
          <ac:chgData name="" userId="" providerId="" clId="Web-{5EF69670-CB8A-4AA4-9C7E-7375326DC669}" dt="2026-09-29T13:30:55.392" v="0" actId="34807"/>
          <ac:spMkLst>
            <pc:docMk/>
            <pc:sldMk cId="1897550662" sldId="880"/>
            <ac:spMk id="1890" creationId="{30C1E8C0-DC6B-42A6-F562-CC5DCF9C3331}"/>
          </ac:spMkLst>
        </pc:spChg>
      </pc:sldChg>
      <pc:sldChg chg="ord modNotesTx">
        <pc:chgData name="" userId="" providerId="" clId="Web-{5EF69670-CB8A-4AA4-9C7E-7375326DC669}" dt="2026-09-29T13:31:23.205" v="5" actId="34807"/>
        <pc:sldMkLst>
          <pc:docMk/>
          <pc:sldMk cId="1782678062" sldId="1084"/>
        </pc:sldMkLst>
      </pc:sldChg>
      <pc:sldChg chg="modSp ord modNotesTx">
        <pc:chgData name="" userId="" providerId="" clId="Web-{5EF69670-CB8A-4AA4-9C7E-7375326DC669}" dt="2026-09-29T13:31:23.205" v="5" actId="34807"/>
        <pc:sldMkLst>
          <pc:docMk/>
          <pc:sldMk cId="3810846791" sldId="1289"/>
        </pc:sldMkLst>
        <pc:spChg chg="mod">
          <ac:chgData name="" userId="" providerId="" clId="Web-{5EF69670-CB8A-4AA4-9C7E-7375326DC669}" dt="2026-09-29T13:30:55.392" v="0" actId="34807"/>
          <ac:spMkLst>
            <pc:docMk/>
            <pc:sldMk cId="3810846791" sldId="1289"/>
            <ac:spMk id="2764" creationId="{7171387D-428F-E725-5111-E82B4811C6C3}"/>
          </ac:spMkLst>
        </pc:spChg>
        <pc:spChg chg="mod">
          <ac:chgData name="" userId="" providerId="" clId="Web-{5EF69670-CB8A-4AA4-9C7E-7375326DC669}" dt="2026-09-29T13:30:55.392" v="0" actId="34807"/>
          <ac:spMkLst>
            <pc:docMk/>
            <pc:sldMk cId="3810846791" sldId="1289"/>
            <ac:spMk id="2773" creationId="{1EECB84E-ECA6-2817-7FB0-6BFBA45C46B3}"/>
          </ac:spMkLst>
        </pc:spChg>
      </pc:sldChg>
      <pc:sldChg chg="modSp ord modNotesTx">
        <pc:chgData name="" userId="" providerId="" clId="Web-{5EF69670-CB8A-4AA4-9C7E-7375326DC669}" dt="2026-09-29T13:31:23.205" v="5" actId="34807"/>
        <pc:sldMkLst>
          <pc:docMk/>
          <pc:sldMk cId="3295878919" sldId="1495"/>
        </pc:sldMkLst>
        <pc:spChg chg="mod">
          <ac:chgData name="" userId="" providerId="" clId="Web-{5EF69670-CB8A-4AA4-9C7E-7375326DC669}" dt="2026-09-29T13:30:55.392" v="0" actId="34807"/>
          <ac:spMkLst>
            <pc:docMk/>
            <pc:sldMk cId="3295878919" sldId="1495"/>
            <ac:spMk id="2994" creationId="{0212FEE9-FBE0-D63F-99C9-E65FADAC2CDE}"/>
          </ac:spMkLst>
        </pc:spChg>
        <pc:spChg chg="mod">
          <ac:chgData name="" userId="" providerId="" clId="Web-{5EF69670-CB8A-4AA4-9C7E-7375326DC669}" dt="2026-09-29T13:30:55.392" v="0" actId="34807"/>
          <ac:spMkLst>
            <pc:docMk/>
            <pc:sldMk cId="3295878919" sldId="1495"/>
            <ac:spMk id="3063" creationId="{B2EF37D3-B235-0236-6251-04B23A02BF67}"/>
          </ac:spMkLst>
        </pc:spChg>
      </pc:sldChg>
      <pc:sldChg chg="modSp ord modNotesTx">
        <pc:chgData name="" userId="" providerId="" clId="Web-{5EF69670-CB8A-4AA4-9C7E-7375326DC669}" dt="2026-09-29T13:31:23.205" v="5" actId="34807"/>
        <pc:sldMkLst>
          <pc:docMk/>
          <pc:sldMk cId="4049338134" sldId="1702"/>
        </pc:sldMkLst>
        <pc:spChg chg="mod">
          <ac:chgData name="" userId="" providerId="" clId="Web-{5EF69670-CB8A-4AA4-9C7E-7375326DC669}" dt="2026-09-29T13:30:55.392" v="0" actId="34807"/>
          <ac:spMkLst>
            <pc:docMk/>
            <pc:sldMk cId="4049338134" sldId="1702"/>
            <ac:spMk id="4141" creationId="{3905AB21-4BE3-D62F-D7A7-32F4A6E4FDBB}"/>
          </ac:spMkLst>
        </pc:spChg>
        <pc:spChg chg="mod">
          <ac:chgData name="" userId="" providerId="" clId="Web-{5EF69670-CB8A-4AA4-9C7E-7375326DC669}" dt="2026-09-29T13:30:55.392" v="0" actId="34807"/>
          <ac:spMkLst>
            <pc:docMk/>
            <pc:sldMk cId="4049338134" sldId="1702"/>
            <ac:spMk id="4303" creationId="{387D761F-8B11-7B7F-EAB7-A6B798ABE3D2}"/>
          </ac:spMkLst>
        </pc:spChg>
      </pc:sldChg>
      <pc:sldChg chg="modSp ord modNotesTx">
        <pc:chgData name="" userId="" providerId="" clId="Web-{5EF69670-CB8A-4AA4-9C7E-7375326DC669}" dt="2026-09-29T13:31:23.205" v="5" actId="34807"/>
        <pc:sldMkLst>
          <pc:docMk/>
          <pc:sldMk cId="2897853122" sldId="1910"/>
        </pc:sldMkLst>
        <pc:spChg chg="mod">
          <ac:chgData name="" userId="" providerId="" clId="Web-{5EF69670-CB8A-4AA4-9C7E-7375326DC669}" dt="2026-09-29T13:30:55.392" v="0" actId="34807"/>
          <ac:spMkLst>
            <pc:docMk/>
            <pc:sldMk cId="2897853122" sldId="1910"/>
            <ac:spMk id="5613" creationId="{39279681-60F9-88F8-BF53-6418BED92E22}"/>
          </ac:spMkLst>
        </pc:spChg>
      </pc:sldChg>
      <pc:sldChg chg="modSp ord modNotesTx">
        <pc:chgData name="" userId="" providerId="" clId="Web-{5EF69670-CB8A-4AA4-9C7E-7375326DC669}" dt="2026-09-29T13:31:23.205" v="5" actId="34807"/>
        <pc:sldMkLst>
          <pc:docMk/>
          <pc:sldMk cId="2485044191" sldId="2119"/>
        </pc:sldMkLst>
        <pc:spChg chg="mod">
          <ac:chgData name="" userId="" providerId="" clId="Web-{5EF69670-CB8A-4AA4-9C7E-7375326DC669}" dt="2026-09-29T13:30:55.392" v="0" actId="34807"/>
          <ac:spMkLst>
            <pc:docMk/>
            <pc:sldMk cId="2485044191" sldId="2119"/>
            <ac:spMk id="8119" creationId="{2EEBE575-FF46-5F6C-F7ED-90B733A13952}"/>
          </ac:spMkLst>
        </pc:spChg>
        <pc:spChg chg="mod">
          <ac:chgData name="" userId="" providerId="" clId="Web-{5EF69670-CB8A-4AA4-9C7E-7375326DC669}" dt="2026-09-29T13:30:55.392" v="0" actId="34807"/>
          <ac:spMkLst>
            <pc:docMk/>
            <pc:sldMk cId="2485044191" sldId="2119"/>
            <ac:spMk id="8434" creationId="{353A1239-9950-FB73-8492-848320B07D77}"/>
          </ac:spMkLst>
        </pc:spChg>
      </pc:sldChg>
      <pc:sldChg chg="modSp ord modNotesTx">
        <pc:chgData name="" userId="" providerId="" clId="Web-{5EF69670-CB8A-4AA4-9C7E-7375326DC669}" dt="2026-09-29T13:31:23.205" v="5" actId="34807"/>
        <pc:sldMkLst>
          <pc:docMk/>
          <pc:sldMk cId="3936017780" sldId="2329"/>
        </pc:sldMkLst>
        <pc:spChg chg="mod">
          <ac:chgData name="" userId="" providerId="" clId="Web-{5EF69670-CB8A-4AA4-9C7E-7375326DC669}" dt="2026-09-29T13:30:55.392" v="0" actId="34807"/>
          <ac:spMkLst>
            <pc:docMk/>
            <pc:sldMk cId="3936017780" sldId="2329"/>
            <ac:spMk id="10764" creationId="{0ECF7081-2ED4-17AC-034C-B5CB35127232}"/>
          </ac:spMkLst>
        </pc:spChg>
      </pc:sldChg>
      <pc:sldChg chg="modSp ord modNotesTx">
        <pc:chgData name="" userId="" providerId="" clId="Web-{5EF69670-CB8A-4AA4-9C7E-7375326DC669}" dt="2026-09-29T13:31:23.205" v="5" actId="34807"/>
        <pc:sldMkLst>
          <pc:docMk/>
          <pc:sldMk cId="2436889077" sldId="2540"/>
        </pc:sldMkLst>
        <pc:spChg chg="mod">
          <ac:chgData name="" userId="" providerId="" clId="Web-{5EF69670-CB8A-4AA4-9C7E-7375326DC669}" dt="2026-09-29T13:30:55.392" v="0" actId="34807"/>
          <ac:spMkLst>
            <pc:docMk/>
            <pc:sldMk cId="2436889077" sldId="2540"/>
            <ac:spMk id="14545" creationId="{A5B0674E-7C89-AD3A-7DDA-D51B3C62E34B}"/>
          </ac:spMkLst>
        </pc:spChg>
        <pc:spChg chg="mod">
          <ac:chgData name="" userId="" providerId="" clId="Web-{5EF69670-CB8A-4AA4-9C7E-7375326DC669}" dt="2026-09-29T13:30:55.392" v="0" actId="34807"/>
          <ac:spMkLst>
            <pc:docMk/>
            <pc:sldMk cId="2436889077" sldId="2540"/>
            <ac:spMk id="14554" creationId="{95BCB3AD-7435-7D31-9909-784BF514E61F}"/>
          </ac:spMkLst>
        </pc:spChg>
      </pc:sldChg>
      <pc:sldChg chg="modSp ord modNotesTx">
        <pc:chgData name="" userId="" providerId="" clId="Web-{5EF69670-CB8A-4AA4-9C7E-7375326DC669}" dt="2026-09-29T13:31:23.205" v="5" actId="34807"/>
        <pc:sldMkLst>
          <pc:docMk/>
          <pc:sldMk cId="2960274399" sldId="2752"/>
        </pc:sldMkLst>
        <pc:spChg chg="mod">
          <ac:chgData name="" userId="" providerId="" clId="Web-{5EF69670-CB8A-4AA4-9C7E-7375326DC669}" dt="2026-09-29T13:30:55.392" v="0" actId="34807"/>
          <ac:spMkLst>
            <pc:docMk/>
            <pc:sldMk cId="2960274399" sldId="2752"/>
            <ac:spMk id="14844" creationId="{721F2F9E-CE76-1D02-D58B-1EACDE682FC6}"/>
          </ac:spMkLst>
        </pc:spChg>
      </pc:sldChg>
      <pc:sldChg chg="addSp delSp modSp ord modNotesTx">
        <pc:chgData name="" userId="" providerId="" clId="Web-{5EF69670-CB8A-4AA4-9C7E-7375326DC669}" dt="2026-09-29T13:32:26.472" v="7" actId="34807"/>
        <pc:sldMkLst>
          <pc:docMk/>
          <pc:sldMk cId="655714334" sldId="2965"/>
        </pc:sldMkLst>
        <pc:spChg chg="mod">
          <ac:chgData name="" userId="" providerId="" clId="Web-{5EF69670-CB8A-4AA4-9C7E-7375326DC669}" dt="2026-09-29T13:30:55.392" v="0" actId="34807"/>
          <ac:spMkLst>
            <pc:docMk/>
            <pc:sldMk cId="655714334" sldId="2965"/>
            <ac:spMk id="15922" creationId="{ADC519FA-571C-0C07-A2FB-4EBB1F929317}"/>
          </ac:spMkLst>
        </pc:spChg>
        <pc:spChg chg="mod">
          <ac:chgData name="" userId="" providerId="" clId="Web-{5EF69670-CB8A-4AA4-9C7E-7375326DC669}" dt="2026-09-29T13:30:55.392" v="0" actId="34807"/>
          <ac:spMkLst>
            <pc:docMk/>
            <pc:sldMk cId="655714334" sldId="2965"/>
            <ac:spMk id="15975" creationId="{5C3D46C3-5E9A-731F-E67C-3BC16E59C965}"/>
          </ac:spMkLst>
        </pc:spChg>
        <pc:spChg chg="mod">
          <ac:chgData name="" userId="" providerId="" clId="Web-{5EF69670-CB8A-4AA4-9C7E-7375326DC669}" dt="2026-09-29T13:30:55.392" v="0" actId="34807"/>
          <ac:spMkLst>
            <pc:docMk/>
            <pc:sldMk cId="655714334" sldId="2965"/>
            <ac:spMk id="16084" creationId="{D9E5D380-F7AF-9A3B-1EA3-C2CB40E15706}"/>
          </ac:spMkLst>
        </pc:spChg>
        <pc:spChg chg="mod">
          <ac:chgData name="" userId="" providerId="" clId="Web-{5EF69670-CB8A-4AA4-9C7E-7375326DC669}" dt="2026-09-29T13:30:55.392" v="0" actId="34807"/>
          <ac:spMkLst>
            <pc:docMk/>
            <pc:sldMk cId="655714334" sldId="2965"/>
            <ac:spMk id="16497" creationId="{C2D98F89-75CA-EC88-451E-2DFDC23470CB}"/>
          </ac:spMkLst>
        </pc:spChg>
        <pc:spChg chg="add mod">
          <ac:chgData name="" userId="" providerId="" clId="Web-{5EF69670-CB8A-4AA4-9C7E-7375326DC669}" dt="2026-09-29T13:32:25.785" v="6" actId="34807"/>
          <ac:spMkLst>
            <pc:docMk/>
            <pc:sldMk cId="655714334" sldId="2965"/>
            <ac:spMk id="35427" creationId="{86B3FE21-3DB1-1E34-F843-DE518982817C}"/>
          </ac:spMkLst>
        </pc:spChg>
      </pc:sldChg>
      <pc:sldChg chg="modSp ord modNotesTx">
        <pc:chgData name="" userId="" providerId="" clId="Web-{5EF69670-CB8A-4AA4-9C7E-7375326DC669}" dt="2026-09-29T13:31:23.205" v="5" actId="34807"/>
        <pc:sldMkLst>
          <pc:docMk/>
          <pc:sldMk cId="3324143087" sldId="3179"/>
        </pc:sldMkLst>
        <pc:spChg chg="mod">
          <ac:chgData name="" userId="" providerId="" clId="Web-{5EF69670-CB8A-4AA4-9C7E-7375326DC669}" dt="2026-09-29T13:30:55.392" v="0" actId="34807"/>
          <ac:spMkLst>
            <pc:docMk/>
            <pc:sldMk cId="3324143087" sldId="3179"/>
            <ac:spMk id="17172" creationId="{960070F7-D4B8-1482-6C27-4AD0F19CE31B}"/>
          </ac:spMkLst>
        </pc:spChg>
        <pc:spChg chg="mod">
          <ac:chgData name="" userId="" providerId="" clId="Web-{5EF69670-CB8A-4AA4-9C7E-7375326DC669}" dt="2026-09-29T13:30:55.392" v="0" actId="34807"/>
          <ac:spMkLst>
            <pc:docMk/>
            <pc:sldMk cId="3324143087" sldId="3179"/>
            <ac:spMk id="17394" creationId="{FF88ACED-5776-FB67-EA4D-2B135A9E4B5A}"/>
          </ac:spMkLst>
        </pc:spChg>
        <pc:spChg chg="mod">
          <ac:chgData name="" userId="" providerId="" clId="Web-{5EF69670-CB8A-4AA4-9C7E-7375326DC669}" dt="2026-09-29T13:30:55.392" v="0" actId="34807"/>
          <ac:spMkLst>
            <pc:docMk/>
            <pc:sldMk cId="3324143087" sldId="3179"/>
            <ac:spMk id="18030" creationId="{0693BD46-FA8D-BA79-0617-5B9414D899BF}"/>
          </ac:spMkLst>
        </pc:spChg>
        <pc:spChg chg="mod">
          <ac:chgData name="" userId="" providerId="" clId="Web-{5EF69670-CB8A-4AA4-9C7E-7375326DC669}" dt="2026-09-29T13:30:55.392" v="0" actId="34807"/>
          <ac:spMkLst>
            <pc:docMk/>
            <pc:sldMk cId="3324143087" sldId="3179"/>
            <ac:spMk id="18549" creationId="{ED678B56-AA50-4196-ED5C-66E59B517488}"/>
          </ac:spMkLst>
        </pc:spChg>
        <pc:spChg chg="mod">
          <ac:chgData name="" userId="" providerId="" clId="Web-{5EF69670-CB8A-4AA4-9C7E-7375326DC669}" dt="2026-09-29T13:30:55.392" v="0" actId="34807"/>
          <ac:spMkLst>
            <pc:docMk/>
            <pc:sldMk cId="3324143087" sldId="3179"/>
            <ac:spMk id="18639" creationId="{48461B65-7BB7-E3DB-D666-087C89FB0AC0}"/>
          </ac:spMkLst>
        </pc:spChg>
        <pc:spChg chg="mod">
          <ac:chgData name="" userId="" providerId="" clId="Web-{5EF69670-CB8A-4AA4-9C7E-7375326DC669}" dt="2026-09-29T13:30:55.392" v="0" actId="34807"/>
          <ac:spMkLst>
            <pc:docMk/>
            <pc:sldMk cId="3324143087" sldId="3179"/>
            <ac:spMk id="19200" creationId="{9FFCA603-8366-1499-A61A-FF37833BD6BF}"/>
          </ac:spMkLst>
        </pc:spChg>
      </pc:sldChg>
      <pc:sldChg chg="modSp ord modNotesTx">
        <pc:chgData name="" userId="" providerId="" clId="Web-{5EF69670-CB8A-4AA4-9C7E-7375326DC669}" dt="2026-09-29T13:31:23.205" v="5" actId="34807"/>
        <pc:sldMkLst>
          <pc:docMk/>
          <pc:sldMk cId="3535014490" sldId="3394"/>
        </pc:sldMkLst>
        <pc:spChg chg="mod">
          <ac:chgData name="" userId="" providerId="" clId="Web-{5EF69670-CB8A-4AA4-9C7E-7375326DC669}" dt="2026-09-29T13:30:55.392" v="0" actId="34807"/>
          <ac:spMkLst>
            <pc:docMk/>
            <pc:sldMk cId="3535014490" sldId="3394"/>
            <ac:spMk id="20215" creationId="{1A650DA0-1F4D-F837-1E4B-3D4214BD5AE5}"/>
          </ac:spMkLst>
        </pc:spChg>
      </pc:sldChg>
      <pc:sldChg chg="addSp modSp add mod ord setBg modNotesTx">
        <pc:chgData name="" userId="" providerId="" clId="Web-{5EF69670-CB8A-4AA4-9C7E-7375326DC669}" dt="2026-09-29T13:31:23.205" v="5" actId="34807"/>
        <pc:sldMkLst>
          <pc:docMk/>
          <pc:sldMk cId="508299686" sldId="3595"/>
        </pc:sldMkLst>
        <pc:spChg chg="mod">
          <ac:chgData name="" userId="" providerId="" clId="Web-{5EF69670-CB8A-4AA4-9C7E-7375326DC669}" dt="2026-09-29T13:31:13.376" v="4" actId="34807"/>
          <ac:spMkLst>
            <pc:docMk/>
            <pc:sldMk cId="508299686" sldId="3595"/>
            <ac:spMk id="22547" creationId="{F4C66AA1-960D-1556-F97F-D42273D02D05}"/>
          </ac:spMkLst>
        </pc:spChg>
        <pc:spChg chg="add mod">
          <ac:chgData name="" userId="" providerId="" clId="Web-{5EF69670-CB8A-4AA4-9C7E-7375326DC669}" dt="2026-09-29T13:31:08.548" v="2" actId="34807"/>
          <ac:spMkLst>
            <pc:docMk/>
            <pc:sldMk cId="508299686" sldId="3595"/>
            <ac:spMk id="22552" creationId="{D2F833FB-6668-14FB-D8EB-E3BE19FE4587}"/>
          </ac:spMkLst>
        </pc:spChg>
        <pc:spChg chg="add mod">
          <ac:chgData name="" userId="" providerId="" clId="Web-{5EF69670-CB8A-4AA4-9C7E-7375326DC669}" dt="2026-09-29T13:31:08.548" v="2" actId="34807"/>
          <ac:spMkLst>
            <pc:docMk/>
            <pc:sldMk cId="508299686" sldId="3595"/>
            <ac:spMk id="22556" creationId="{1E2EDE50-47C2-D7B2-08EC-05A2DFBCDE9C}"/>
          </ac:spMkLst>
        </pc:spChg>
        <pc:spChg chg="add mod">
          <ac:chgData name="" userId="" providerId="" clId="Web-{5EF69670-CB8A-4AA4-9C7E-7375326DC669}" dt="2026-09-29T13:31:08.548" v="2" actId="34807"/>
          <ac:spMkLst>
            <pc:docMk/>
            <pc:sldMk cId="508299686" sldId="3595"/>
            <ac:spMk id="22561" creationId="{A63B9C90-5D1B-56B9-1C28-BB6F77089B7D}"/>
          </ac:spMkLst>
        </pc:spChg>
        <pc:spChg chg="add mod">
          <ac:chgData name="" userId="" providerId="" clId="Web-{5EF69670-CB8A-4AA4-9C7E-7375326DC669}" dt="2026-09-29T13:31:08.548" v="2" actId="34807"/>
          <ac:spMkLst>
            <pc:docMk/>
            <pc:sldMk cId="508299686" sldId="3595"/>
            <ac:spMk id="22574" creationId="{BD104722-8C62-CBBD-1039-AA85F03196FE}"/>
          </ac:spMkLst>
        </pc:spChg>
        <pc:spChg chg="add mod">
          <ac:chgData name="" userId="" providerId="" clId="Web-{5EF69670-CB8A-4AA4-9C7E-7375326DC669}" dt="2026-09-29T13:31:08.548" v="2" actId="34807"/>
          <ac:spMkLst>
            <pc:docMk/>
            <pc:sldMk cId="508299686" sldId="3595"/>
            <ac:spMk id="22591" creationId="{033744DF-85F0-E455-64EE-E1A9BEE509BF}"/>
          </ac:spMkLst>
        </pc:spChg>
        <pc:spChg chg="add mod">
          <ac:chgData name="" userId="" providerId="" clId="Web-{5EF69670-CB8A-4AA4-9C7E-7375326DC669}" dt="2026-09-29T13:31:08.548" v="2" actId="34807"/>
          <ac:spMkLst>
            <pc:docMk/>
            <pc:sldMk cId="508299686" sldId="3595"/>
            <ac:spMk id="22601" creationId="{6BE35E4F-9271-5637-A79F-4A89D4CADB27}"/>
          </ac:spMkLst>
        </pc:spChg>
        <pc:spChg chg="add mod">
          <ac:chgData name="" userId="" providerId="" clId="Web-{5EF69670-CB8A-4AA4-9C7E-7375326DC669}" dt="2026-09-29T13:31:08.548" v="2" actId="34807"/>
          <ac:spMkLst>
            <pc:docMk/>
            <pc:sldMk cId="508299686" sldId="3595"/>
            <ac:spMk id="22612" creationId="{421DBDD6-E182-317F-7841-D179D21A042E}"/>
          </ac:spMkLst>
        </pc:spChg>
        <pc:spChg chg="add mod">
          <ac:chgData name="" userId="" providerId="" clId="Web-{5EF69670-CB8A-4AA4-9C7E-7375326DC669}" dt="2026-09-29T13:31:08.548" v="2" actId="34807"/>
          <ac:spMkLst>
            <pc:docMk/>
            <pc:sldMk cId="508299686" sldId="3595"/>
            <ac:spMk id="22624" creationId="{2654A03E-1AE9-9982-0CCF-F75E719BF095}"/>
          </ac:spMkLst>
        </pc:spChg>
        <pc:spChg chg="add mod">
          <ac:chgData name="" userId="" providerId="" clId="Web-{5EF69670-CB8A-4AA4-9C7E-7375326DC669}" dt="2026-09-29T13:31:08.548" v="2" actId="34807"/>
          <ac:spMkLst>
            <pc:docMk/>
            <pc:sldMk cId="508299686" sldId="3595"/>
            <ac:spMk id="22637" creationId="{36541B90-710E-125F-7C2B-BF57AD770C2C}"/>
          </ac:spMkLst>
        </pc:spChg>
        <pc:spChg chg="add mod">
          <ac:chgData name="" userId="" providerId="" clId="Web-{5EF69670-CB8A-4AA4-9C7E-7375326DC669}" dt="2026-09-29T13:31:08.548" v="2" actId="34807"/>
          <ac:spMkLst>
            <pc:docMk/>
            <pc:sldMk cId="508299686" sldId="3595"/>
            <ac:spMk id="22651" creationId="{4713AF2D-9376-05CF-1B46-A4A1B218020C}"/>
          </ac:spMkLst>
        </pc:spChg>
      </pc:sldChg>
      <pc:sldChg chg="addSp modSp add mod ord setBg modNotesTx">
        <pc:chgData name="" userId="" providerId="" clId="Web-{5EF69670-CB8A-4AA4-9C7E-7375326DC669}" dt="2026-09-29T13:31:23.205" v="5" actId="34807"/>
        <pc:sldMkLst>
          <pc:docMk/>
          <pc:sldMk cId="227028005" sldId="3797"/>
        </pc:sldMkLst>
        <pc:spChg chg="mod">
          <ac:chgData name="" userId="" providerId="" clId="Web-{5EF69670-CB8A-4AA4-9C7E-7375326DC669}" dt="2026-09-29T13:31:13.376" v="4" actId="34807"/>
          <ac:spMkLst>
            <pc:docMk/>
            <pc:sldMk cId="227028005" sldId="3797"/>
            <ac:spMk id="22682" creationId="{A88D7799-79EB-5CB4-E1D0-BC8ED03E049F}"/>
          </ac:spMkLst>
        </pc:spChg>
        <pc:spChg chg="add mod">
          <ac:chgData name="" userId="" providerId="" clId="Web-{5EF69670-CB8A-4AA4-9C7E-7375326DC669}" dt="2026-09-29T13:31:08.548" v="2" actId="34807"/>
          <ac:spMkLst>
            <pc:docMk/>
            <pc:sldMk cId="227028005" sldId="3797"/>
            <ac:spMk id="22699" creationId="{DDECDA17-BD14-BB6B-80DB-C508F534502F}"/>
          </ac:spMkLst>
        </pc:spChg>
        <pc:spChg chg="add mod">
          <ac:chgData name="" userId="" providerId="" clId="Web-{5EF69670-CB8A-4AA4-9C7E-7375326DC669}" dt="2026-09-29T13:31:08.548" v="2" actId="34807"/>
          <ac:spMkLst>
            <pc:docMk/>
            <pc:sldMk cId="227028005" sldId="3797"/>
            <ac:spMk id="22717" creationId="{289F6C0A-849E-278C-FEBF-364CFAE85B03}"/>
          </ac:spMkLst>
        </pc:spChg>
        <pc:spChg chg="add mod">
          <ac:chgData name="" userId="" providerId="" clId="Web-{5EF69670-CB8A-4AA4-9C7E-7375326DC669}" dt="2026-09-29T13:31:08.548" v="2" actId="34807"/>
          <ac:spMkLst>
            <pc:docMk/>
            <pc:sldMk cId="227028005" sldId="3797"/>
            <ac:spMk id="22736" creationId="{E6B6CB1A-8DC5-42CA-9252-FDEC6D76E4EF}"/>
          </ac:spMkLst>
        </pc:spChg>
        <pc:spChg chg="add mod">
          <ac:chgData name="" userId="" providerId="" clId="Web-{5EF69670-CB8A-4AA4-9C7E-7375326DC669}" dt="2026-09-29T13:31:08.548" v="2" actId="34807"/>
          <ac:spMkLst>
            <pc:docMk/>
            <pc:sldMk cId="227028005" sldId="3797"/>
            <ac:spMk id="22756" creationId="{605D61BE-AB75-8F75-F7D6-A248B5B5C589}"/>
          </ac:spMkLst>
        </pc:spChg>
        <pc:spChg chg="add mod">
          <ac:chgData name="" userId="" providerId="" clId="Web-{5EF69670-CB8A-4AA4-9C7E-7375326DC669}" dt="2026-09-29T13:31:08.548" v="2" actId="34807"/>
          <ac:spMkLst>
            <pc:docMk/>
            <pc:sldMk cId="227028005" sldId="3797"/>
            <ac:spMk id="22799" creationId="{FD8CF464-FB75-3B58-F1B9-D4FC77DF1EB2}"/>
          </ac:spMkLst>
        </pc:spChg>
        <pc:spChg chg="add mod">
          <ac:chgData name="" userId="" providerId="" clId="Web-{5EF69670-CB8A-4AA4-9C7E-7375326DC669}" dt="2026-09-29T13:31:08.548" v="2" actId="34807"/>
          <ac:spMkLst>
            <pc:docMk/>
            <pc:sldMk cId="227028005" sldId="3797"/>
            <ac:spMk id="22822" creationId="{772C4955-6121-820F-D32A-342DB1867CAA}"/>
          </ac:spMkLst>
        </pc:spChg>
        <pc:spChg chg="add mod">
          <ac:chgData name="" userId="" providerId="" clId="Web-{5EF69670-CB8A-4AA4-9C7E-7375326DC669}" dt="2026-09-29T13:31:08.548" v="2" actId="34807"/>
          <ac:spMkLst>
            <pc:docMk/>
            <pc:sldMk cId="227028005" sldId="3797"/>
            <ac:spMk id="22846" creationId="{9B18998F-518D-B352-6CC9-DCF4187FDA64}"/>
          </ac:spMkLst>
        </pc:spChg>
        <pc:spChg chg="add mod">
          <ac:chgData name="" userId="" providerId="" clId="Web-{5EF69670-CB8A-4AA4-9C7E-7375326DC669}" dt="2026-09-29T13:31:08.548" v="2" actId="34807"/>
          <ac:spMkLst>
            <pc:docMk/>
            <pc:sldMk cId="227028005" sldId="3797"/>
            <ac:spMk id="22897" creationId="{FF04CE4A-C262-5673-97EF-18E6D6B6C34D}"/>
          </ac:spMkLst>
        </pc:spChg>
        <pc:spChg chg="add mod">
          <ac:chgData name="" userId="" providerId="" clId="Web-{5EF69670-CB8A-4AA4-9C7E-7375326DC669}" dt="2026-09-29T13:31:08.548" v="2" actId="34807"/>
          <ac:spMkLst>
            <pc:docMk/>
            <pc:sldMk cId="227028005" sldId="3797"/>
            <ac:spMk id="22981" creationId="{6D14A967-A21C-3471-FD07-29245B7DBB05}"/>
          </ac:spMkLst>
        </pc:spChg>
        <pc:spChg chg="add mod">
          <ac:chgData name="" userId="" providerId="" clId="Web-{5EF69670-CB8A-4AA4-9C7E-7375326DC669}" dt="2026-09-29T13:31:08.548" v="2" actId="34807"/>
          <ac:spMkLst>
            <pc:docMk/>
            <pc:sldMk cId="227028005" sldId="3797"/>
            <ac:spMk id="23042" creationId="{76249A4F-7EC4-FD6F-9291-CB377C6847CC}"/>
          </ac:spMkLst>
        </pc:spChg>
      </pc:sldChg>
      <pc:sldChg chg="addSp modSp add mod ord setBg modNotesTx">
        <pc:chgData name="" userId="" providerId="" clId="Web-{5EF69670-CB8A-4AA4-9C7E-7375326DC669}" dt="2026-09-29T13:31:23.205" v="5" actId="34807"/>
        <pc:sldMkLst>
          <pc:docMk/>
          <pc:sldMk cId="2641007325" sldId="4000"/>
        </pc:sldMkLst>
        <pc:spChg chg="add mod">
          <ac:chgData name="" userId="" providerId="" clId="Web-{5EF69670-CB8A-4AA4-9C7E-7375326DC669}" dt="2026-09-29T13:31:13.376" v="4" actId="34807"/>
          <ac:spMkLst>
            <pc:docMk/>
            <pc:sldMk cId="2641007325" sldId="4000"/>
            <ac:spMk id="23107" creationId="{D34D8D05-548F-2F8F-520E-DC9D1DCB9202}"/>
          </ac:spMkLst>
        </pc:spChg>
        <pc:spChg chg="add mod">
          <ac:chgData name="" userId="" providerId="" clId="Web-{5EF69670-CB8A-4AA4-9C7E-7375326DC669}" dt="2026-09-29T13:31:08.548" v="2" actId="34807"/>
          <ac:spMkLst>
            <pc:docMk/>
            <pc:sldMk cId="2641007325" sldId="4000"/>
            <ac:spMk id="23141" creationId="{6644EA79-DFE5-10F5-1151-1A4555F0E8E3}"/>
          </ac:spMkLst>
        </pc:spChg>
        <pc:spChg chg="add mod">
          <ac:chgData name="" userId="" providerId="" clId="Web-{5EF69670-CB8A-4AA4-9C7E-7375326DC669}" dt="2026-09-29T13:31:13.376" v="4" actId="34807"/>
          <ac:spMkLst>
            <pc:docMk/>
            <pc:sldMk cId="2641007325" sldId="4000"/>
            <ac:spMk id="23287" creationId="{AF66624D-522C-5294-6943-03F189571867}"/>
          </ac:spMkLst>
        </pc:spChg>
        <pc:spChg chg="add mod">
          <ac:chgData name="" userId="" providerId="" clId="Web-{5EF69670-CB8A-4AA4-9C7E-7375326DC669}" dt="2026-09-29T13:31:08.548" v="2" actId="34807"/>
          <ac:spMkLst>
            <pc:docMk/>
            <pc:sldMk cId="2641007325" sldId="4000"/>
            <ac:spMk id="23366" creationId="{8986CA60-5025-9E93-A8A8-F1A26E5AA2E5}"/>
          </ac:spMkLst>
        </pc:spChg>
        <pc:spChg chg="add mod">
          <ac:chgData name="" userId="" providerId="" clId="Web-{5EF69670-CB8A-4AA4-9C7E-7375326DC669}" dt="2026-09-29T13:31:08.548" v="2" actId="34807"/>
          <ac:spMkLst>
            <pc:docMk/>
            <pc:sldMk cId="2641007325" sldId="4000"/>
            <ac:spMk id="23449" creationId="{D9CD1183-D2CC-2858-C832-C224B0870E8F}"/>
          </ac:spMkLst>
        </pc:spChg>
        <pc:spChg chg="add mod">
          <ac:chgData name="" userId="" providerId="" clId="Web-{5EF69670-CB8A-4AA4-9C7E-7375326DC669}" dt="2026-09-29T13:31:08.548" v="2" actId="34807"/>
          <ac:spMkLst>
            <pc:docMk/>
            <pc:sldMk cId="2641007325" sldId="4000"/>
            <ac:spMk id="23492" creationId="{5E06A788-1C8B-F10E-9CF3-CAF97341D497}"/>
          </ac:spMkLst>
        </pc:spChg>
        <pc:spChg chg="add mod">
          <ac:chgData name="" userId="" providerId="" clId="Web-{5EF69670-CB8A-4AA4-9C7E-7375326DC669}" dt="2026-09-29T13:31:08.548" v="2" actId="34807"/>
          <ac:spMkLst>
            <pc:docMk/>
            <pc:sldMk cId="2641007325" sldId="4000"/>
            <ac:spMk id="23536" creationId="{3BA57E19-3682-1CBC-53D6-1C74C16B0B5A}"/>
          </ac:spMkLst>
        </pc:spChg>
        <pc:spChg chg="add mod">
          <ac:chgData name="" userId="" providerId="" clId="Web-{5EF69670-CB8A-4AA4-9C7E-7375326DC669}" dt="2026-09-29T13:31:08.548" v="2" actId="34807"/>
          <ac:spMkLst>
            <pc:docMk/>
            <pc:sldMk cId="2641007325" sldId="4000"/>
            <ac:spMk id="23722" creationId="{A9B98ECE-0702-8254-6636-1A132C252E72}"/>
          </ac:spMkLst>
        </pc:spChg>
        <pc:spChg chg="add mod">
          <ac:chgData name="" userId="" providerId="" clId="Web-{5EF69670-CB8A-4AA4-9C7E-7375326DC669}" dt="2026-09-29T13:31:08.548" v="2" actId="34807"/>
          <ac:spMkLst>
            <pc:docMk/>
            <pc:sldMk cId="2641007325" sldId="4000"/>
            <ac:spMk id="23771" creationId="{94F96EAB-412A-3E84-248E-53C78E0FB626}"/>
          </ac:spMkLst>
        </pc:spChg>
        <pc:spChg chg="add mod">
          <ac:chgData name="" userId="" providerId="" clId="Web-{5EF69670-CB8A-4AA4-9C7E-7375326DC669}" dt="2026-09-29T13:31:08.548" v="2" actId="34807"/>
          <ac:spMkLst>
            <pc:docMk/>
            <pc:sldMk cId="2641007325" sldId="4000"/>
            <ac:spMk id="23821" creationId="{074932FE-F7E2-F778-61F2-33ECCBA2160F}"/>
          </ac:spMkLst>
        </pc:spChg>
      </pc:sldChg>
      <pc:sldChg chg="addSp modSp add mod ord setBg modNotesTx">
        <pc:chgData name="" userId="" providerId="" clId="Web-{5EF69670-CB8A-4AA4-9C7E-7375326DC669}" dt="2026-09-29T13:31:23.205" v="5" actId="34807"/>
        <pc:sldMkLst>
          <pc:docMk/>
          <pc:sldMk cId="2317651500" sldId="4204"/>
        </pc:sldMkLst>
        <pc:spChg chg="mod">
          <ac:chgData name="" userId="" providerId="" clId="Web-{5EF69670-CB8A-4AA4-9C7E-7375326DC669}" dt="2026-09-29T13:31:13.376" v="4" actId="34807"/>
          <ac:spMkLst>
            <pc:docMk/>
            <pc:sldMk cId="2317651500" sldId="4204"/>
            <ac:spMk id="23977" creationId="{1B4ACD67-0D75-215A-5E7A-1E39D0382B21}"/>
          </ac:spMkLst>
        </pc:spChg>
        <pc:spChg chg="mod">
          <ac:chgData name="" userId="" providerId="" clId="Web-{5EF69670-CB8A-4AA4-9C7E-7375326DC669}" dt="2026-09-29T13:31:13.376" v="4" actId="34807"/>
          <ac:spMkLst>
            <pc:docMk/>
            <pc:sldMk cId="2317651500" sldId="4204"/>
            <ac:spMk id="24199" creationId="{21FD17CC-BACA-86E0-DADB-04AD0CD6A9A1}"/>
          </ac:spMkLst>
        </pc:spChg>
        <pc:spChg chg="mod">
          <ac:chgData name="" userId="" providerId="" clId="Web-{5EF69670-CB8A-4AA4-9C7E-7375326DC669}" dt="2026-09-29T13:31:13.376" v="4" actId="34807"/>
          <ac:spMkLst>
            <pc:docMk/>
            <pc:sldMk cId="2317651500" sldId="4204"/>
            <ac:spMk id="24257" creationId="{AA7B827B-8E58-E3EF-A586-35629DBA9300}"/>
          </ac:spMkLst>
        </pc:spChg>
        <pc:spChg chg="mod">
          <ac:chgData name="" userId="" providerId="" clId="Web-{5EF69670-CB8A-4AA4-9C7E-7375326DC669}" dt="2026-09-29T13:31:13.376" v="4" actId="34807"/>
          <ac:spMkLst>
            <pc:docMk/>
            <pc:sldMk cId="2317651500" sldId="4204"/>
            <ac:spMk id="24316" creationId="{DD4319EB-575A-EEFC-1A41-1C86C25584FF}"/>
          </ac:spMkLst>
        </pc:spChg>
        <pc:spChg chg="add mod">
          <ac:chgData name="" userId="" providerId="" clId="Web-{5EF69670-CB8A-4AA4-9C7E-7375326DC669}" dt="2026-09-29T13:31:13.376" v="4" actId="34807"/>
          <ac:spMkLst>
            <pc:docMk/>
            <pc:sldMk cId="2317651500" sldId="4204"/>
            <ac:spMk id="24562" creationId="{558D4BF7-B3BA-4462-9EC6-2C9B79B87491}"/>
          </ac:spMkLst>
        </pc:spChg>
        <pc:spChg chg="add mod">
          <ac:chgData name="" userId="" providerId="" clId="Web-{5EF69670-CB8A-4AA4-9C7E-7375326DC669}" dt="2026-09-29T13:31:08.548" v="2" actId="34807"/>
          <ac:spMkLst>
            <pc:docMk/>
            <pc:sldMk cId="2317651500" sldId="4204"/>
            <ac:spMk id="24626" creationId="{BFB31269-20CC-5CDF-7155-002622888012}"/>
          </ac:spMkLst>
        </pc:spChg>
        <pc:spChg chg="add mod">
          <ac:chgData name="" userId="" providerId="" clId="Web-{5EF69670-CB8A-4AA4-9C7E-7375326DC669}" dt="2026-09-29T13:31:08.548" v="2" actId="34807"/>
          <ac:spMkLst>
            <pc:docMk/>
            <pc:sldMk cId="2317651500" sldId="4204"/>
            <ac:spMk id="24757" creationId="{5B83FF17-FAEA-D978-F3DA-51B614CDF3B5}"/>
          </ac:spMkLst>
        </pc:spChg>
        <pc:spChg chg="add mod">
          <ac:chgData name="" userId="" providerId="" clId="Web-{5EF69670-CB8A-4AA4-9C7E-7375326DC669}" dt="2026-09-29T13:31:08.548" v="2" actId="34807"/>
          <ac:spMkLst>
            <pc:docMk/>
            <pc:sldMk cId="2317651500" sldId="4204"/>
            <ac:spMk id="24824" creationId="{B733E735-FB5C-FAFF-6319-6C10869642A3}"/>
          </ac:spMkLst>
        </pc:spChg>
        <pc:spChg chg="mod">
          <ac:chgData name="" userId="" providerId="" clId="Web-{5EF69670-CB8A-4AA4-9C7E-7375326DC669}" dt="2026-09-29T13:31:13.376" v="4" actId="34807"/>
          <ac:spMkLst>
            <pc:docMk/>
            <pc:sldMk cId="2317651500" sldId="4204"/>
            <ac:spMk id="24961" creationId="{841BF481-C6F1-BAD4-0D3C-0ED33382CBF8}"/>
          </ac:spMkLst>
        </pc:spChg>
        <pc:spChg chg="add mod">
          <ac:chgData name="" userId="" providerId="" clId="Web-{5EF69670-CB8A-4AA4-9C7E-7375326DC669}" dt="2026-09-29T13:31:13.376" v="4" actId="34807"/>
          <ac:spMkLst>
            <pc:docMk/>
            <pc:sldMk cId="2317651500" sldId="4204"/>
            <ac:spMk id="25396" creationId="{6B3A9C71-C1E3-E961-0419-1082797C271E}"/>
          </ac:spMkLst>
        </pc:spChg>
        <pc:spChg chg="add mod">
          <ac:chgData name="" userId="" providerId="" clId="Web-{5EF69670-CB8A-4AA4-9C7E-7375326DC669}" dt="2026-09-29T13:31:08.548" v="2" actId="34807"/>
          <ac:spMkLst>
            <pc:docMk/>
            <pc:sldMk cId="2317651500" sldId="4204"/>
            <ac:spMk id="25472" creationId="{656F373D-214F-030A-547B-AD6DC75E120F}"/>
          </ac:spMkLst>
        </pc:spChg>
        <pc:spChg chg="add mod">
          <ac:chgData name="" userId="" providerId="" clId="Web-{5EF69670-CB8A-4AA4-9C7E-7375326DC669}" dt="2026-09-29T13:31:08.548" v="2" actId="34807"/>
          <ac:spMkLst>
            <pc:docMk/>
            <pc:sldMk cId="2317651500" sldId="4204"/>
            <ac:spMk id="25786" creationId="{E4F52BB4-D288-23A2-E92B-28839E48624B}"/>
          </ac:spMkLst>
        </pc:spChg>
        <pc:spChg chg="add mod">
          <ac:chgData name="" userId="" providerId="" clId="Web-{5EF69670-CB8A-4AA4-9C7E-7375326DC669}" dt="2026-09-29T13:31:13.376" v="4" actId="34807"/>
          <ac:spMkLst>
            <pc:docMk/>
            <pc:sldMk cId="2317651500" sldId="4204"/>
            <ac:spMk id="25867" creationId="{69B6AD41-6AF9-32C2-8C19-179627293FA2}"/>
          </ac:spMkLst>
        </pc:spChg>
        <pc:spChg chg="add mod">
          <ac:chgData name="" userId="" providerId="" clId="Web-{5EF69670-CB8A-4AA4-9C7E-7375326DC669}" dt="2026-09-29T13:31:08.548" v="2" actId="34807"/>
          <ac:spMkLst>
            <pc:docMk/>
            <pc:sldMk cId="2317651500" sldId="4204"/>
            <ac:spMk id="25949" creationId="{8081D04E-A5DE-2BE0-1086-CA06BC8EA9CB}"/>
          </ac:spMkLst>
        </pc:spChg>
        <pc:spChg chg="add mod">
          <ac:chgData name="" userId="" providerId="" clId="Web-{5EF69670-CB8A-4AA4-9C7E-7375326DC669}" dt="2026-09-29T13:31:08.548" v="2" actId="34807"/>
          <ac:spMkLst>
            <pc:docMk/>
            <pc:sldMk cId="2317651500" sldId="4204"/>
            <ac:spMk id="26032" creationId="{0A8BC3C0-6685-03EF-9BAB-7648B170B2FD}"/>
          </ac:spMkLst>
        </pc:spChg>
      </pc:sldChg>
      <pc:sldChg chg="addSp modSp add mod ord setBg modNotesTx">
        <pc:chgData name="" userId="" providerId="" clId="Web-{5EF69670-CB8A-4AA4-9C7E-7375326DC669}" dt="2026-09-29T13:31:23.205" v="5" actId="34807"/>
        <pc:sldMkLst>
          <pc:docMk/>
          <pc:sldMk cId="550171778" sldId="4409"/>
        </pc:sldMkLst>
        <pc:spChg chg="add mod">
          <ac:chgData name="" userId="" providerId="" clId="Web-{5EF69670-CB8A-4AA4-9C7E-7375326DC669}" dt="2026-09-29T13:31:13.376" v="4" actId="34807"/>
          <ac:spMkLst>
            <pc:docMk/>
            <pc:sldMk cId="550171778" sldId="4409"/>
            <ac:spMk id="26116" creationId="{A1BB8980-F0AF-2638-901E-5009F3C8B769}"/>
          </ac:spMkLst>
        </pc:spChg>
        <pc:spChg chg="add mod">
          <ac:chgData name="" userId="" providerId="" clId="Web-{5EF69670-CB8A-4AA4-9C7E-7375326DC669}" dt="2026-09-29T13:31:08.548" v="2" actId="34807"/>
          <ac:spMkLst>
            <pc:docMk/>
            <pc:sldMk cId="550171778" sldId="4409"/>
            <ac:spMk id="26374" creationId="{B60AD5D0-7C06-A5B8-D9D6-57BCD887322F}"/>
          </ac:spMkLst>
        </pc:spChg>
        <pc:spChg chg="add mod">
          <ac:chgData name="" userId="" providerId="" clId="Web-{5EF69670-CB8A-4AA4-9C7E-7375326DC669}" dt="2026-09-29T13:31:08.548" v="2" actId="34807"/>
          <ac:spMkLst>
            <pc:docMk/>
            <pc:sldMk cId="550171778" sldId="4409"/>
            <ac:spMk id="26917" creationId="{207C5105-20D0-A389-C495-D8DCF83842DA}"/>
          </ac:spMkLst>
        </pc:spChg>
        <pc:spChg chg="add mod">
          <ac:chgData name="" userId="" providerId="" clId="Web-{5EF69670-CB8A-4AA4-9C7E-7375326DC669}" dt="2026-09-29T13:31:08.548" v="2" actId="34807"/>
          <ac:spMkLst>
            <pc:docMk/>
            <pc:sldMk cId="550171778" sldId="4409"/>
            <ac:spMk id="27397" creationId="{C56FE364-2033-0027-EF0F-2D4F8C0CE833}"/>
          </ac:spMkLst>
        </pc:spChg>
        <pc:spChg chg="add mod">
          <ac:chgData name="" userId="" providerId="" clId="Web-{5EF69670-CB8A-4AA4-9C7E-7375326DC669}" dt="2026-09-29T13:31:08.548" v="2" actId="34807"/>
          <ac:spMkLst>
            <pc:docMk/>
            <pc:sldMk cId="550171778" sldId="4409"/>
            <ac:spMk id="27496" creationId="{3279AD8A-1EDF-CC88-7EBB-8399E305E663}"/>
          </ac:spMkLst>
        </pc:spChg>
        <pc:spChg chg="add mod">
          <ac:chgData name="" userId="" providerId="" clId="Web-{5EF69670-CB8A-4AA4-9C7E-7375326DC669}" dt="2026-09-29T13:31:08.548" v="2" actId="34807"/>
          <ac:spMkLst>
            <pc:docMk/>
            <pc:sldMk cId="550171778" sldId="4409"/>
            <ac:spMk id="27596" creationId="{D7B758A8-1915-76BE-D69C-238A58EE1AB3}"/>
          </ac:spMkLst>
        </pc:spChg>
        <pc:spChg chg="add mod">
          <ac:chgData name="" userId="" providerId="" clId="Web-{5EF69670-CB8A-4AA4-9C7E-7375326DC669}" dt="2026-09-29T13:31:08.548" v="2" actId="34807"/>
          <ac:spMkLst>
            <pc:docMk/>
            <pc:sldMk cId="550171778" sldId="4409"/>
            <ac:spMk id="28111" creationId="{38B9E495-0714-AB0E-C571-19892AC966A6}"/>
          </ac:spMkLst>
        </pc:spChg>
        <pc:spChg chg="add mod">
          <ac:chgData name="" userId="" providerId="" clId="Web-{5EF69670-CB8A-4AA4-9C7E-7375326DC669}" dt="2026-09-29T13:31:08.548" v="2" actId="34807"/>
          <ac:spMkLst>
            <pc:docMk/>
            <pc:sldMk cId="550171778" sldId="4409"/>
            <ac:spMk id="28324" creationId="{C80F181D-F1A2-755E-EA6A-CF5750AC0257}"/>
          </ac:spMkLst>
        </pc:spChg>
        <pc:spChg chg="add mod">
          <ac:chgData name="" userId="" providerId="" clId="Web-{5EF69670-CB8A-4AA4-9C7E-7375326DC669}" dt="2026-09-29T13:31:08.548" v="2" actId="34807"/>
          <ac:spMkLst>
            <pc:docMk/>
            <pc:sldMk cId="550171778" sldId="4409"/>
            <ac:spMk id="28541" creationId="{14827FA9-6513-296E-8A98-65FA82086E0C}"/>
          </ac:spMkLst>
        </pc:spChg>
        <pc:spChg chg="add mod">
          <ac:chgData name="" userId="" providerId="" clId="Web-{5EF69670-CB8A-4AA4-9C7E-7375326DC669}" dt="2026-09-29T13:31:08.548" v="2" actId="34807"/>
          <ac:spMkLst>
            <pc:docMk/>
            <pc:sldMk cId="550171778" sldId="4409"/>
            <ac:spMk id="28762" creationId="{6B8E32EB-CFD8-56D1-02FB-8D78EFB90046}"/>
          </ac:spMkLst>
        </pc:spChg>
      </pc:sldChg>
      <pc:sldChg chg="addSp modSp add mod ord setBg modNotesTx">
        <pc:chgData name="" userId="" providerId="" clId="Web-{5EF69670-CB8A-4AA4-9C7E-7375326DC669}" dt="2026-09-29T13:31:23.205" v="5" actId="34807"/>
        <pc:sldMkLst>
          <pc:docMk/>
          <pc:sldMk cId="2523918162" sldId="4615"/>
        </pc:sldMkLst>
        <pc:spChg chg="mod">
          <ac:chgData name="" userId="" providerId="" clId="Web-{5EF69670-CB8A-4AA4-9C7E-7375326DC669}" dt="2026-09-29T13:31:13.376" v="4" actId="34807"/>
          <ac:spMkLst>
            <pc:docMk/>
            <pc:sldMk cId="2523918162" sldId="4615"/>
            <ac:spMk id="28987" creationId="{4163498B-8E0D-6EA1-0D7D-25AAD07416DE}"/>
          </ac:spMkLst>
        </pc:spChg>
        <pc:spChg chg="add mod">
          <ac:chgData name="" userId="" providerId="" clId="Web-{5EF69670-CB8A-4AA4-9C7E-7375326DC669}" dt="2026-09-29T13:31:08.548" v="2" actId="34807"/>
          <ac:spMkLst>
            <pc:docMk/>
            <pc:sldMk cId="2523918162" sldId="4615"/>
            <ac:spMk id="29101" creationId="{25B9DC25-83D6-ABE5-CE1B-1125E4AD2AD1}"/>
          </ac:spMkLst>
        </pc:spChg>
        <pc:spChg chg="add mod">
          <ac:chgData name="" userId="" providerId="" clId="Web-{5EF69670-CB8A-4AA4-9C7E-7375326DC669}" dt="2026-09-29T13:31:08.548" v="2" actId="34807"/>
          <ac:spMkLst>
            <pc:docMk/>
            <pc:sldMk cId="2523918162" sldId="4615"/>
            <ac:spMk id="29806" creationId="{DE8A2F55-4933-B3C2-D90B-EA01AA026E5B}"/>
          </ac:spMkLst>
        </pc:spChg>
        <pc:spChg chg="add mod">
          <ac:chgData name="" userId="" providerId="" clId="Web-{5EF69670-CB8A-4AA4-9C7E-7375326DC669}" dt="2026-09-29T13:31:08.548" v="2" actId="34807"/>
          <ac:spMkLst>
            <pc:docMk/>
            <pc:sldMk cId="2523918162" sldId="4615"/>
            <ac:spMk id="30049" creationId="{E9B7B414-0793-7C55-A464-53488F9DC40A}"/>
          </ac:spMkLst>
        </pc:spChg>
        <pc:spChg chg="add mod">
          <ac:chgData name="" userId="" providerId="" clId="Web-{5EF69670-CB8A-4AA4-9C7E-7375326DC669}" dt="2026-09-29T13:31:08.548" v="2" actId="34807"/>
          <ac:spMkLst>
            <pc:docMk/>
            <pc:sldMk cId="2523918162" sldId="4615"/>
            <ac:spMk id="30421" creationId="{8D2DCCA3-9251-D9A9-84B9-BC0E147B6296}"/>
          </ac:spMkLst>
        </pc:spChg>
        <pc:spChg chg="add mod">
          <ac:chgData name="" userId="" providerId="" clId="Web-{5EF69670-CB8A-4AA4-9C7E-7375326DC669}" dt="2026-09-29T13:31:08.548" v="2" actId="34807"/>
          <ac:spMkLst>
            <pc:docMk/>
            <pc:sldMk cId="2523918162" sldId="4615"/>
            <ac:spMk id="31324" creationId="{59CC36A2-8B53-6363-BBAF-3385DAE7411C}"/>
          </ac:spMkLst>
        </pc:spChg>
        <pc:spChg chg="add mod">
          <ac:chgData name="" userId="" providerId="" clId="Web-{5EF69670-CB8A-4AA4-9C7E-7375326DC669}" dt="2026-09-29T13:31:08.548" v="2" actId="34807"/>
          <ac:spMkLst>
            <pc:docMk/>
            <pc:sldMk cId="2523918162" sldId="4615"/>
            <ac:spMk id="31726" creationId="{406998F3-9F9E-DC7F-30A8-44B4EA3882C1}"/>
          </ac:spMkLst>
        </pc:spChg>
        <pc:spChg chg="add mod">
          <ac:chgData name="" userId="" providerId="" clId="Web-{5EF69670-CB8A-4AA4-9C7E-7375326DC669}" dt="2026-09-29T13:31:08.548" v="2" actId="34807"/>
          <ac:spMkLst>
            <pc:docMk/>
            <pc:sldMk cId="2523918162" sldId="4615"/>
            <ac:spMk id="32416" creationId="{A7A89312-B950-E797-6C51-8B96736B1FA4}"/>
          </ac:spMkLst>
        </pc:spChg>
        <pc:spChg chg="add mod">
          <ac:chgData name="" userId="" providerId="" clId="Web-{5EF69670-CB8A-4AA4-9C7E-7375326DC669}" dt="2026-09-29T13:31:08.548" v="2" actId="34807"/>
          <ac:spMkLst>
            <pc:docMk/>
            <pc:sldMk cId="2523918162" sldId="4615"/>
            <ac:spMk id="32699" creationId="{70C0FB0B-C1D6-1973-3F9F-3328BD6AD660}"/>
          </ac:spMkLst>
        </pc:spChg>
        <pc:spChg chg="add mod">
          <ac:chgData name="" userId="" providerId="" clId="Web-{5EF69670-CB8A-4AA4-9C7E-7375326DC669}" dt="2026-09-29T13:31:08.548" v="2" actId="34807"/>
          <ac:spMkLst>
            <pc:docMk/>
            <pc:sldMk cId="2523918162" sldId="4615"/>
            <ac:spMk id="34327" creationId="{5CB4053B-4DB1-9474-6766-B324F7E3969C}"/>
          </ac:spMkLst>
        </pc:spChg>
        <pc:spChg chg="add mod">
          <ac:chgData name="" userId="" providerId="" clId="Web-{5EF69670-CB8A-4AA4-9C7E-7375326DC669}" dt="2026-09-29T13:31:08.548" v="2" actId="34807"/>
          <ac:spMkLst>
            <pc:docMk/>
            <pc:sldMk cId="2523918162" sldId="4615"/>
            <ac:spMk id="35266" creationId="{D00D0811-7D7E-4C1E-97E3-E8A2815F63E2}"/>
          </ac:spMkLst>
        </pc:spChg>
      </pc:sldChg>
    </pc:docChg>
  </pc:docChgLst>
  <pc:docChgLst>
    <pc:chgData name="Richard Dornhart" userId="S::richard_dornhart@data3.com.au::a186cb82-812a-4261-88cb-fd86fd57ef3b" providerId="AD" clId="Web-{3FA06CD3-E80A-9F61-40F3-A7657290E2FE}"/>
    <pc:docChg chg="modSld">
      <pc:chgData name="Richard Dornhart" userId="S::richard_dornhart@data3.com.au::a186cb82-812a-4261-88cb-fd86fd57ef3b" providerId="AD" clId="Web-{3FA06CD3-E80A-9F61-40F3-A7657290E2FE}" dt="2026-10-08T19:57:00.922" v="42" actId="20577"/>
      <pc:docMkLst>
        <pc:docMk/>
      </pc:docMkLst>
      <pc:sldChg chg="modSp">
        <pc:chgData name="Richard Dornhart" userId="S::richard_dornhart@data3.com.au::a186cb82-812a-4261-88cb-fd86fd57ef3b" providerId="AD" clId="Web-{3FA06CD3-E80A-9F61-40F3-A7657290E2FE}" dt="2026-10-08T19:53:54.687" v="9" actId="20577"/>
        <pc:sldMkLst>
          <pc:docMk/>
          <pc:sldMk cId="3810846791" sldId="1289"/>
        </pc:sldMkLst>
        <pc:spChg chg="mod">
          <ac:chgData name="Richard Dornhart" userId="S::richard_dornhart@data3.com.au::a186cb82-812a-4261-88cb-fd86fd57ef3b" providerId="AD" clId="Web-{3FA06CD3-E80A-9F61-40F3-A7657290E2FE}" dt="2026-10-08T19:53:54.687" v="9" actId="20577"/>
          <ac:spMkLst>
            <pc:docMk/>
            <pc:sldMk cId="3810846791" sldId="1289"/>
            <ac:spMk id="2791" creationId="{94E9AFB8-E26B-1D6C-4FB2-51D0974B1831}"/>
          </ac:spMkLst>
        </pc:spChg>
      </pc:sldChg>
      <pc:sldChg chg="modSp">
        <pc:chgData name="Richard Dornhart" userId="S::richard_dornhart@data3.com.au::a186cb82-812a-4261-88cb-fd86fd57ef3b" providerId="AD" clId="Web-{3FA06CD3-E80A-9F61-40F3-A7657290E2FE}" dt="2026-10-08T19:54:45.781" v="18" actId="20577"/>
        <pc:sldMkLst>
          <pc:docMk/>
          <pc:sldMk cId="4049338134" sldId="1702"/>
        </pc:sldMkLst>
        <pc:spChg chg="mod">
          <ac:chgData name="Richard Dornhart" userId="S::richard_dornhart@data3.com.au::a186cb82-812a-4261-88cb-fd86fd57ef3b" providerId="AD" clId="Web-{3FA06CD3-E80A-9F61-40F3-A7657290E2FE}" dt="2026-10-08T19:54:45.781" v="18" actId="20577"/>
          <ac:spMkLst>
            <pc:docMk/>
            <pc:sldMk cId="4049338134" sldId="1702"/>
            <ac:spMk id="4474" creationId="{E4BC195E-E2A4-A39E-EC1C-E6C3D0FF9F1C}"/>
          </ac:spMkLst>
        </pc:spChg>
      </pc:sldChg>
      <pc:sldChg chg="modSp">
        <pc:chgData name="Richard Dornhart" userId="S::richard_dornhart@data3.com.au::a186cb82-812a-4261-88cb-fd86fd57ef3b" providerId="AD" clId="Web-{3FA06CD3-E80A-9F61-40F3-A7657290E2FE}" dt="2026-10-08T19:56:24.437" v="34" actId="20577"/>
        <pc:sldMkLst>
          <pc:docMk/>
          <pc:sldMk cId="2485044191" sldId="2119"/>
        </pc:sldMkLst>
        <pc:spChg chg="mod">
          <ac:chgData name="Richard Dornhart" userId="S::richard_dornhart@data3.com.au::a186cb82-812a-4261-88cb-fd86fd57ef3b" providerId="AD" clId="Web-{3FA06CD3-E80A-9F61-40F3-A7657290E2FE}" dt="2026-10-08T19:56:24.437" v="34" actId="20577"/>
          <ac:spMkLst>
            <pc:docMk/>
            <pc:sldMk cId="2485044191" sldId="2119"/>
            <ac:spMk id="8758" creationId="{DA2BDFC7-03CF-4279-C5F9-8B4B17E1BD3F}"/>
          </ac:spMkLst>
        </pc:spChg>
      </pc:sldChg>
      <pc:sldChg chg="modSp">
        <pc:chgData name="Richard Dornhart" userId="S::richard_dornhart@data3.com.au::a186cb82-812a-4261-88cb-fd86fd57ef3b" providerId="AD" clId="Web-{3FA06CD3-E80A-9F61-40F3-A7657290E2FE}" dt="2026-10-08T19:57:00.922" v="42" actId="20577"/>
        <pc:sldMkLst>
          <pc:docMk/>
          <pc:sldMk cId="2436889077" sldId="2540"/>
        </pc:sldMkLst>
        <pc:spChg chg="mod">
          <ac:chgData name="Richard Dornhart" userId="S::richard_dornhart@data3.com.au::a186cb82-812a-4261-88cb-fd86fd57ef3b" providerId="AD" clId="Web-{3FA06CD3-E80A-9F61-40F3-A7657290E2FE}" dt="2026-10-08T19:57:00.922" v="42" actId="20577"/>
          <ac:spMkLst>
            <pc:docMk/>
            <pc:sldMk cId="2436889077" sldId="2540"/>
            <ac:spMk id="14572" creationId="{101DE29E-DDF7-6B34-C6E7-1F7AA8E25EE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0:00–2:00</a:t>
            </a:r>
          </a:p>
          <a:p>
            <a:r>
              <a:rPr lang="en-US"/>
              <a:t>Welcome. This is a tabletop, not a product pitch. Over 90 minutes we work one evolving incident based on real, documented 2025–26 attacks, and you make the calls under time pressure.</a:t>
            </a:r>
          </a:p>
          <a:p>
            <a:r>
              <a:rPr lang="en-US"/>
              <a:t>The thread all session: what changes when the attacker is an AI agent — faster, cheaper, tireless, sometimes confidently wrong — and now reaching your OT and your own defensive AI?</a:t>
            </a:r>
          </a:p>
          <a:p>
            <a:r>
              <a:rPr lang="en-US"/>
              <a:t>Format: small teams of 2–3. You start as a SOC analyst deciding whether this is even an incident, then climb a seat each round to the board. Vote A–D; debate the trade-offs. There are no clean answers — every option has a real cost.</a:t>
            </a:r>
          </a:p>
          <a:p>
            <a:r>
              <a:rPr lang="en-US"/>
              <a:t>Optional: if you're running the live companion site, open it now so teams can build and 'launch' the fictional attacker before triage (see the final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2:00–4:00</a:t>
            </a:r>
          </a:p>
          <a:p>
            <a:r>
              <a:rPr lang="en-US"/>
              <a:t>Open with tempo, not technology. In a year, agents moved from helpers to operators — and then further.</a:t>
            </a:r>
          </a:p>
          <a:p>
            <a:r>
              <a:rPr lang="en-US"/>
              <a:t>Unit 42 (Sep 2026): a human-steered agent compressed ~2 weeks of red-team work into under 10 hours, 50+ techniques. GTG-1002 (Anthropic, Nov 2025): AI executed 80–90% of a ~30-target espionage operation. JADEPUFFER (Sysdig, Jul 2026): the AI ran a whole ransomware operation end to end.</a:t>
            </a:r>
          </a:p>
          <a:p>
            <a:r>
              <a:rPr lang="en-US"/>
              <a:t>And in 2026 the frontier moved again: a water-utility intrusion used AI to find the SCADA gateway in hours (Dragos), and attackers began prompt-injecting defenders' own SOC AI. That's the world this tabletop reflects.</a:t>
            </a:r>
          </a:p>
          <a:p>
            <a:r>
              <a:rPr lang="en-US"/>
              <a:t>Bridge: 'The agent no longer just runs the attack — it reaches for the physical, and for your defences.'</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40740726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4:00–6:30</a:t>
            </a:r>
          </a:p>
          <a:p>
            <a:r>
              <a:rPr lang="en-US"/>
              <a:t>The provocation — JADEPUFFER, our patient zero. Walk the four numbers: 31 seconds from a failed login to a self-written fix; 600+ purposeful payloads; 1,342 configs encrypted; 0 copies of the key kept, so paying restores nothing.</a:t>
            </a:r>
          </a:p>
          <a:p>
            <a:r>
              <a:rPr lang="en-US"/>
              <a:t>Key line: none of the techniques were novel. An AI model strung them together. The skill floor for a full operation is now whatever it costs to run an agent.</a:t>
            </a:r>
          </a:p>
          <a:p>
            <a:r>
              <a:rPr lang="en-US"/>
              <a:t>Hold the thought — that was 2025's shock. The rest of the deck is about what came next.</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2629267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6:30–9:30  (slide 4 in order)</a:t>
            </a:r>
          </a:p>
          <a:p>
            <a:r>
              <a:rPr lang="en-US"/>
              <a:t>The 'bring it together' slide — JADEPUFFER is one door into the same playbook. Walk the six.</a:t>
            </a:r>
          </a:p>
          <a:p>
            <a:r>
              <a:rPr lang="en-US"/>
              <a:t>1 Agentic ransomware (JADEPUFFER). 2 AI reaching for OT — the Dragos water-utility near-miss: AI mapped the environment and found the SCADA/IIoT gateway in hours, probing it with a password spray; it failed, but it's a near-miss on control systems. 3 Your AI as attack infrastructure (LLMjacking, $100k+/day). 4 Deepfake deception (Arup US$25M). 5 Poisoning the defenders — crafted log content prompt-injects the SOC's own AI assistant so it mis-triages. 6 Synthetic insiders (DPRK ghost workers).</a:t>
            </a:r>
          </a:p>
          <a:p>
            <a:r>
              <a:rPr lang="en-US"/>
              <a:t>Land it: the techniques are old; what's new in 2026 is that it's AI-vs-AI, it's reaching OT and safety, and the rules on paying, reporting and insurance are shifting under you. Ask which of these six they're most exposed to.</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806783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9:30–11:00  (slide 5)</a:t>
            </a:r>
          </a:p>
          <a:p>
            <a:r>
              <a:rPr lang="en-US"/>
              <a:t>Walk the rows, then ask: 'Which of these breaks an assumption in your current IR plan?' Tempo, adaptation, skill floor, footprint, negotiation, recovery — all change when the operator is a machine.</a:t>
            </a:r>
          </a:p>
          <a:p>
            <a:r>
              <a:rPr lang="en-US"/>
              <a:t>Add the 2026 twist aloud: the attacker now adapts to YOUR response in seconds, so the human question shifts from 'what do we do' to 'how fast can we decide, and what have we pre-authorised'.</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6504680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11:00–12:30  (slide 6)</a:t>
            </a:r>
          </a:p>
          <a:p>
            <a:r>
              <a:rPr lang="en-US"/>
              <a:t>Observe, govern, secure — the three conditions for a manageable incident. Observe: can you reconstruct what happened — and can you trust the tool that's reconstructing it? Govern: is there a named owner with authority out of hours? Secure: are privilege, secrets, egress, irreversible actions and OT bounded before the attacker arrives?</a:t>
            </a:r>
          </a:p>
          <a:p>
            <a:r>
              <a:rPr lang="en-US"/>
              <a:t>Today tests the decision system around the technology, not product knowledge.</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9604575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12:30–14:00  (slide 7)</a:t>
            </a:r>
          </a:p>
          <a:p>
            <a:r>
              <a:rPr lang="en-US"/>
              <a:t>Explain the format. A fictional Australian utility; real, documented patterns. Teams of 2–3. You triage first — decide if it's even an incident — then climb a seat each round.</a:t>
            </a:r>
          </a:p>
          <a:p>
            <a:r>
              <a:rPr lang="en-US"/>
              <a:t>Each round: 1 min brief, table debate, a vote (A–D) with one sentence of rationale, then the option review. No right answer; the options deliberately conflict, and this version is deliberately harder than a standard IR drill.</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0450921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14:00–15:30  (slide 8)</a:t>
            </a:r>
          </a:p>
          <a:p>
            <a:r>
              <a:rPr lang="en-US"/>
              <a:t>The decision climbs each round, and so does the ambiguity. Triage: is this real? Inject 1: contain when evidence is being faked. Inject 2: do you fight AI with AI? Inject 3: cyber containment vs physical safety on OT. Inject 4: colliding legal, regulatory and insurance duties. Inject 5: the board's strategic call on agentic AI itself.</a:t>
            </a:r>
          </a:p>
          <a:p>
            <a:r>
              <a:rPr lang="en-US"/>
              <a:t>Ask teams to rotate who 'owns' the call so everyone sits in a different seat. Keep one person as the Challenger each round: 'what if it's faster than us, or lying to us?'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15:30–18:00  (slide 9)</a:t>
            </a:r>
          </a:p>
          <a:p>
            <a:r>
              <a:rPr lang="en-US"/>
              <a:t>Riverbend is fictional, but its architecture mirrors real victims and is deliberately modern. Read the rows aloud.</a:t>
            </a:r>
          </a:p>
          <a:p>
            <a:r>
              <a:rPr lang="en-US"/>
              <a:t>Note the AI estate is broad: a customer-assist agent, M365 Copilot, an AI SOC triage assistant, and a third-party AI chatbot wired into the CRM — all attack surface. And critically, an internal path reaches a SCADA/IIoT gateway bridging to water and energy control systems (the Dragos pattern).</a:t>
            </a:r>
          </a:p>
          <a:p>
            <a:r>
              <a:rPr lang="en-US"/>
              <a:t>Riverbend is SOCI critical infrastructure and holds PII, concession and payment data. Government tables: treat yourselves as a state entity; commercial tables: a regulated provider. Facts arrive in order; your actions shape what happens next.</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4844074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18:00–22:00  —  TRIAGE · YOU ARE THE SOC ANALYST (before Inject 1)</a:t>
            </a:r>
          </a:p>
          <a:p>
            <a:r>
              <a:rPr lang="en-US"/>
              <a:t>This round answers 'what does a SOC analyst actually DO before anyone acts?' The craft is triage under uncertainty — and the twist is that the SOC's own AI assistant may be wrong or poisoned (the 'Poisoning the Watchtower' pattern: crafted log content prompt-injects the assistant).</a:t>
            </a:r>
          </a:p>
          <a:p>
            <a:r>
              <a:rPr lang="en-US"/>
              <a:t>The SOC analyst's triage playbook — walk the room through it: (1) VALIDATE — does the alert reflect real activity, or is it noise/a false positive? (2) ENRICH — who/what is this account, asset, IP, hash? (3) SCOPE — where else does it appear? (4) CHECK THE TOOLING — is the AI summary consistent with the raw evidence? What did it auto-close, not just what it flagged? (5) DECIDE — true vs false positive, and whether it crosses the escalation threshold. (6) HAND OFF — preserve evidence and give the on-call a scoped, factual brief.</a:t>
            </a:r>
          </a:p>
          <a:p>
            <a:r>
              <a:rPr lang="en-US"/>
              <a:t>The tension: the assistant says 'benign', but the account is unknown, cited log lines don't exist, and there's an unmentioned beacon. Ask: 'When your detection AI and your raw logs disagree, which do you believe — and how would you even notice?'</a:t>
            </a:r>
          </a:p>
          <a:p>
            <a:r>
              <a:rPr lang="en-US"/>
              <a:t>Call the vote and record the split before revealing the options.</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3747857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22:00–25:00 (option review)</a:t>
            </a:r>
          </a:p>
          <a:p>
            <a:r>
              <a:rPr lang="en-US"/>
              <a:t>Let the room debate, then click to reveal the best-move build. Strongest answer: C (establish ground truth), with D (scope) alongside. B is the trap.</a:t>
            </a:r>
          </a:p>
          <a:p>
            <a:r>
              <a:rPr lang="en-US"/>
              <a:t>C — Validate, enrich, scope against the raw evidence. When the AI summary and the logs disagree, the logs win. Check what the assistant auto-closed, not just what it flagged.</a:t>
            </a:r>
          </a:p>
          <a:p>
            <a:r>
              <a:rPr lang="en-US"/>
              <a:t>B — Trusting the 'benign' verdict is the failure mode this round exists to teach: a prompt-injected assistant may be the attacker talking through your own tool.</a:t>
            </a:r>
          </a:p>
          <a:p>
            <a:r>
              <a:rPr lang="en-US"/>
              <a:t>A — Escalating on suspicion is defensible for a critical asset and a low risk appetite, but you still owe a scoped, evidence-based brief; paging on every anomaly burns trust.</a:t>
            </a:r>
          </a:p>
          <a:p>
            <a:r>
              <a:rPr lang="en-US"/>
              <a:t>D — Scoping (does this account/beacon appear elsewhere?) turns one odd alert into a picture — just don't let it delay containment if the signal strengthens.</a:t>
            </a:r>
          </a:p>
          <a:p>
            <a:r>
              <a:rPr lang="en-US"/>
              <a:t>Agentic lesson: when your detectors can be poisoned or hallucinate, the analyst's job shifts from reading the summary to re-establishing ground truth. Trust, but verify your tools.</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1206818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25:00–29:00  —  INJECT 1 · SOC ANALYST (contain under uncertainty)</a:t>
            </a:r>
          </a:p>
          <a:p>
            <a:r>
              <a:rPr lang="en-US"/>
              <a:t>It's confirmed real now — but harder than a textbook containment. Three pressures: the evidence is partly fabricated (decoys, mismatched timestamps) to misdirect you; isolating this host also blinds your monitoring path toward the OT gateway; and the attacker watches your response and adapts in seconds.</a:t>
            </a:r>
          </a:p>
          <a:p>
            <a:r>
              <a:rPr lang="en-US"/>
              <a:t>The point: you will never have perfect certainty against an agent that seeds noise. The skill is to act on what's confirmed, discount the noise, and protect where real harm lives — without freezing.</a:t>
            </a:r>
          </a:p>
          <a:p>
            <a:r>
              <a:rPr lang="en-US"/>
              <a:t>Prompts: 'What do you lose by isolating — and is that loss worse than the delay of not?' 'How do you tell a decoy from the real signal fast enough to matter?'</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3747857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29:00–33:00 (option review)</a:t>
            </a:r>
          </a:p>
          <a:p>
            <a:r>
              <a:rPr lang="en-US"/>
              <a:t>Strongest: A (isolate), but only with OT-side eyes added before/as you pull it. C in parallel. B is the trap; D must not become paralysis.</a:t>
            </a:r>
          </a:p>
          <a:p>
            <a:r>
              <a:rPr lang="en-US"/>
              <a:t>A — Isolation still matches the attacker's tempo. The cost here is a real monitoring blind spot to OT and tipping the attacker; mitigate by standing up OT-side visibility first.</a:t>
            </a:r>
          </a:p>
          <a:p>
            <a:r>
              <a:rPr lang="en-US"/>
              <a:t>B — Protecting the OT path is the right instinct, but 'watch and don't contain' just buys the agent time. Do both.</a:t>
            </a:r>
          </a:p>
          <a:p>
            <a:r>
              <a:rPr lang="en-US"/>
              <a:t>C — Rotate what the host could see; needs an inventory and owners.</a:t>
            </a:r>
          </a:p>
          <a:p>
            <a:r>
              <a:rPr lang="en-US"/>
              <a:t>D — Re-verifying matters because the attacker seeds decoys — but contain the confirmed host while you discount the noise. Agentic lesson: contain the confirmed, discount the noise, protect where harm lives — in that order.</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1206818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33:00–37:00  —  INJECT 2 · SECURITY ENGINEER (fight AI with AI?)</a:t>
            </a:r>
          </a:p>
          <a:p>
            <a:r>
              <a:rPr lang="en-US"/>
              <a:t>The hardest new question in defence: you are losing the race because the attacker counters every manual move in seconds. Your platform offers to hand containment to an autonomous response agent — machine speed, broad privilege, choices you can't fully predict — and the attacker is already trying to poison that defensive agent.</a:t>
            </a:r>
          </a:p>
          <a:p>
            <a:r>
              <a:rPr lang="en-US"/>
              <a:t>This mirrors the 2026 'agentic SOC' debate (human-in-the-loop vs human-on-the-loop; oversight loops growing beyond human reach). There is no clean answer — push the room to defend a position.</a:t>
            </a:r>
          </a:p>
          <a:p>
            <a:r>
              <a:rPr lang="en-US"/>
              <a:t>Prompts: 'How much autonomy would you grant a system you can't fully predict?' 'What must your defensive agent NEVER be allowed to do?' 'If it can be poisoned, is it an asset or a liability tonight?'</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1133527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37:00–41:00 (option review)</a:t>
            </a:r>
          </a:p>
          <a:p>
            <a:r>
              <a:rPr lang="en-US"/>
              <a:t>Strongest: D (bounded autonomy — let it act at speed, but only on reversible actions, with pre-defined rules of engagement). Reasonable teams will fight for B.</a:t>
            </a:r>
          </a:p>
          <a:p>
            <a:r>
              <a:rPr lang="en-US"/>
              <a:t>A — Unleashing it matches tempo but accepts unpredictability and an actively-targeted agent. High risk.</a:t>
            </a:r>
          </a:p>
          <a:p>
            <a:r>
              <a:rPr lang="en-US"/>
              <a:t>B — Human-on-the-loop keeps judgement and accountability but may be too slow to win tonight.</a:t>
            </a:r>
          </a:p>
          <a:p>
            <a:r>
              <a:rPr lang="en-US"/>
              <a:t>C — Disabling it removes a poisoned tool but surrenders the only thing fast enough to match the attacker.</a:t>
            </a:r>
          </a:p>
          <a:p>
            <a:r>
              <a:rPr lang="en-US"/>
              <a:t>D — Machine speed with a safety rail: isolate/block yes, delete/drop/OT never. Only works if the rules of engagement were set in peacetime. Agentic lesson: the human decision is no longer 'act or wait' — it's how much autonomy to grant, and what the agent may never touch.</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1880985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41:00–45:00  —  INJECT 3 · SECURITY MANAGER (cyber vs safety / IT-OT)</a:t>
            </a:r>
          </a:p>
          <a:p>
            <a:r>
              <a:rPr lang="en-US"/>
              <a:t>The collision round, grounded in the Dragos water-utility case. The attacker has reached the SCADA/IIoT gateway. Your cyber playbook says isolate — but on live OT a sudden isolate or reboot can itself trip safety-critical control (pressure, chemical dosing) and harm the public. Leave it, and the attacker may reach the controls. IT and OT engineers disagree. And a deepfaked 'incident commander' is giving OT instructions.</a:t>
            </a:r>
          </a:p>
          <a:p>
            <a:r>
              <a:rPr lang="en-US"/>
              <a:t>This is where cyber instincts can be dangerous. Ask: 'Who in this room can authorise an action that might cause a physical safety event — and who authorises one that risks the controls being taken?'</a:t>
            </a:r>
          </a:p>
          <a:p>
            <a:r>
              <a:rPr lang="en-US"/>
              <a:t>Prompts: 'Do you have a rehearsed OT safe-state? Who owns it?' 'How do you authenticate an instruction to touch OT when the voice on the bridge might be fake?'</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3202789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45:00–50:00 (option review)</a:t>
            </a:r>
          </a:p>
          <a:p>
            <a:r>
              <a:rPr lang="en-US"/>
              <a:t>Strongest: B (fail to a safe manual state first, then isolate), with D (re-verify the commander) running alongside. A is the dangerous instinct.</a:t>
            </a:r>
          </a:p>
          <a:p>
            <a:r>
              <a:rPr lang="en-US"/>
              <a:t>A — Isolating blind stops the attacker but can trigger the very safety event you fear. Avoid on live OT.</a:t>
            </a:r>
          </a:p>
          <a:p>
            <a:r>
              <a:rPr lang="en-US"/>
              <a:t>B — Safety leads: OT engineers bring the process to a known-safe manual state, then you isolate without a trip. Needs engineers in the room and a drilled plan.</a:t>
            </a:r>
          </a:p>
          <a:p>
            <a:r>
              <a:rPr lang="en-US"/>
              <a:t>C — Walling off at the IT boundary keeps service up but bets the boundary holds; if the attacker is already past it, you chose service over safety on a bad bet.</a:t>
            </a:r>
          </a:p>
          <a:p>
            <a:r>
              <a:rPr lang="en-US"/>
              <a:t>D — A deepfaked commander giving OT orders is the nightmare; authenticate out-of-band before any OT action. Agentic lesson: on critical infrastructure the cyber-right move can be the safety-wrong move — isolate to a safe state, not a dark one, and never act on an unverified voice.</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4739271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50:00–54:00  —  INJECT 4 · CISO (colliding duties, changed rules)</a:t>
            </a:r>
          </a:p>
          <a:p>
            <a:r>
              <a:rPr lang="en-US"/>
              <a:t>Destruction + breach + a changed rulebook. The old clocks still run — SOCI 12h, NDB — but now a mandatory AI-incident report is triggered by the attack's autonomous nature, and your cyber insurer signals the AI-driven attack may fall under a new AI sub-limit (cover dropping to ~10%) unless you can show a tested human override and AI governance (Beazley/QBE-style sub-limits, 2026). Your LLM provider may be implicated, and paying may now breach sanctions.</a:t>
            </a:r>
          </a:p>
          <a:p>
            <a:r>
              <a:rPr lang="en-US"/>
              <a:t>The hard part is sequencing irreconcilable duties on incomplete facts, while protecting your legal, regulatory, insurance and supply-chain positions at once.</a:t>
            </a:r>
          </a:p>
          <a:p>
            <a:r>
              <a:rPr lang="en-US"/>
              <a:t>Prompts: 'If you had to report in the next hour, what could you say that's actually verified?' 'What governance evidence would your insurer want — and do you have it?'</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6428112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54:00–59:00 (option review)</a:t>
            </a:r>
          </a:p>
          <a:p>
            <a:r>
              <a:rPr lang="en-US"/>
              <a:t>Debate first, then click to reveal the best move. Strongest answer: D (stabilise the facts, then report in a coordinated sequence) — but the clocks are running, so 'coordinated' means hours, not days. A and C run alongside; B is risky.</a:t>
            </a:r>
          </a:p>
          <a:p>
            <a:r>
              <a:rPr lang="en-US"/>
              <a:t>A — Reporting everything now is transparent and stops the clocks, but reporting the attacker's unverified claims as fact can mislead and can't be retracted.</a:t>
            </a:r>
          </a:p>
          <a:p>
            <a:r>
              <a:rPr lang="en-US"/>
              <a:t>D — Coordinate the sequence on verified evidence, documented throughout; if hours were lost early, a statutory clock may already have run out.</a:t>
            </a:r>
          </a:p>
          <a:p>
            <a:r>
              <a:rPr lang="en-US"/>
              <a:t>C — Capturing the human-override test and AI decision log now may keep your insurance in force — just don't let it slow the duties you legally owe.</a:t>
            </a:r>
          </a:p>
          <a:p>
            <a:r>
              <a:rPr lang="en-US"/>
              <a:t>B — Recovery-first with late reporting puts customers first, but late or missed statutory reporting is its own offence and signals poor governance. Agentic lesson: the duties no longer queue politely, and the AI-driven nature of the attack is what triggers the hardest ones — sequence on evidence and document every call.</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8637373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59:00–63:00  —  INJECT 5 · THE BOARD (govern the unknowable)</a:t>
            </a:r>
          </a:p>
          <a:p>
            <a:r>
              <a:rPr lang="en-US"/>
              <a:t>The strategic reckoning. The attack used your own AI estate, an AI-faked contractor, and came within one weak password of the water controls. A deepfaked CEO is moving the market; a minister and regulator want answers; insurance is uncertain; and attacks now out-pace human decision loops.</a:t>
            </a:r>
          </a:p>
          <a:p>
            <a:r>
              <a:rPr lang="en-US"/>
              <a:t>The real question isn't 'did we respond well' — it's whether you keep and govern a technology that out-paces you, or retreat from it. Both have real costs. Push the board to actually decide, not defer.</a:t>
            </a:r>
          </a:p>
          <a:p>
            <a:r>
              <a:rPr lang="en-US"/>
              <a:t>Prompts: 'What would make you pause agentic AI — and what would it cost you if competitors don't?' 'Who, by name, owns AI risk on Monday?' 'How do you stop a deepfaked CEO speaking for you?'</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41460689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66:00–70:00 (option review)</a:t>
            </a:r>
          </a:p>
          <a:p>
            <a:r>
              <a:rPr lang="en-US"/>
              <a:t>Debate first, then click to reveal the best move. Strongest answer: C (govern, don't retreat), with D (get ahead publicly) alongside. A is costly; B is the one to challenge hardest.</a:t>
            </a:r>
          </a:p>
          <a:p>
            <a:r>
              <a:rPr lang="en-US"/>
              <a:t>A — Pausing all agentic AI removes the surface that just hurt you and reassures the board/regulator, but surrenders a capability competitors keep; a long pause can cost more than the incident.</a:t>
            </a:r>
          </a:p>
          <a:p>
            <a:r>
              <a:rPr lang="en-US"/>
              <a:t>C — Keep agentic AI but mandate it: human override, agent identity and least-privilege, deepfake-resistant comms, a named AI-risk owner — tested and resourced, not a policy PDF.</a:t>
            </a:r>
          </a:p>
          <a:p>
            <a:r>
              <a:rPr lang="en-US"/>
              <a:t>B — 'Accept the risk and press on unchanged' is defensible commercially, but you were one weak password from a safety event; the board will have to defend that choice.</a:t>
            </a:r>
          </a:p>
          <a:p>
            <a:r>
              <a:rPr lang="en-US"/>
              <a:t>D — Get ahead of the minister, market and deepfake with an honest account and an independent review — but pre-authenticate executive comms first. Agentic lesson: the 2026 board question is govern-vs-retreat for a technology that out-paces us. Decide it deliberately, in peacetime, and write it down.</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7856835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68:00–71:00</a:t>
            </a:r>
          </a:p>
          <a:p>
            <a:r>
              <a:rPr lang="en-US"/>
              <a:t>Pull the threads together. Ask each table for one sentence: 'What was different because the attacker was an agent — and because the world changed?'</a:t>
            </a:r>
          </a:p>
          <a:p>
            <a:r>
              <a:rPr lang="en-US"/>
              <a:t>The five: 1 self-narrating payloads (intent is legible — triage on it). 2 it's AI-vs-AI (it adapts to you in seconds). 3 your detectors can be poisoned (prompt-injected log content turns your own SOC AI against you). 4 confident hallucination (fake records, textbook Bitcoin address). 5 it reaches the physical (IT, OT and safety share one blast radius — and the rules on paying, reporting and insurance moved).</a:t>
            </a:r>
          </a:p>
          <a:p>
            <a:r>
              <a:rPr lang="en-US"/>
              <a:t>Close: the defensive answer is still mostly hygiene done in advance — but now it includes bounding your defensive AI, a rehearsed OT safe-state, and AI-governance evidence. The difference is there's no time to decide any of it after the attack starts.</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9081054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71:00–74:00</a:t>
            </a:r>
          </a:p>
          <a:p>
            <a:r>
              <a:rPr lang="en-US"/>
              <a:t>Map each round back to a control. Reduce exposure; identity &amp; secrets; data &amp; recovery (now with OT and East-West visibility); detect &amp; disrupt; and a machine-speed SOC with human-on-the-loop, rules of engagement, and ground-truth checks on your AI triage.</a:t>
            </a:r>
          </a:p>
          <a:p>
            <a:r>
              <a:rPr lang="en-US"/>
              <a:t>Ask: 'Which of these would have changed your decision in triage, or in Inject 2 or 3?' Keep it a capability map, not a claim that one product solves the operating model.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74:00–77:00</a:t>
            </a:r>
          </a:p>
          <a:p>
            <a:r>
              <a:rPr lang="en-US"/>
              <a:t>None of this is exotic — the Dragos near-miss turned on a single weak gateway password. Each move maps to a round: find your AI estate (incl. the SOC assistant); get secrets out of apps; kill the defaults AND never expose OT gateways; lock down egress; bound your defensive AI and verify your triage AI against ground truth; recover and pre-decide (immutable backups, a rehearsed OT safe-state, and your AI-insurance evidence).</a:t>
            </a:r>
          </a:p>
          <a:p>
            <a:r>
              <a:rPr lang="en-US"/>
              <a:t>Government tables: aligns with the Essential Eight, SOCI and the SANS Five ICS Controls. Commercial tables: the same controls underpin cyber-insurance and the new AI-governance questions.</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806783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77:00–83:00</a:t>
            </a:r>
          </a:p>
          <a:p>
            <a:r>
              <a:rPr lang="en-US"/>
              <a:t>Score each question 1–5, then report the lowest and why. The six map to the six moves and to the rounds you just played.</a:t>
            </a:r>
          </a:p>
          <a:p>
            <a:r>
              <a:rPr lang="en-US"/>
              <a:t>Deepen it: Can you tell when your SOC AI is wrong or poisoned? If a web-facing app were compromised now, what could it read? When did you last check for default credentials and exposed OT gateways? Is egress deny-by-default? Could you out-decide an attack that adapts in seconds — and have you bounded your defensive AI? Could a containment action trip your OT safety systems?</a:t>
            </a:r>
          </a:p>
          <a:p>
            <a:r>
              <a:rPr lang="en-US"/>
              <a:t>Ask one high-scoring table what made the difference, and one low-scoring table what would move it a point in 90 days.</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7076573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83:00–89:00</a:t>
            </a:r>
          </a:p>
          <a:p>
            <a:r>
              <a:rPr lang="en-US"/>
              <a:t>The board questions to take back. Read them aloud, then ask each person to write one control to test, an owner, and a date.</a:t>
            </a:r>
          </a:p>
          <a:p>
            <a:r>
              <a:rPr lang="en-US"/>
              <a:t>Accountability for AI the business stands up itself; how much autonomy a defensive agent may have and what it may never touch; whether a containment action could risk an OT safety event; your position on paying and negotiating with a machine; and the big one — do you keep agentic AI and govern it, or retreat, and is that written down?</a:t>
            </a:r>
          </a:p>
          <a:p>
            <a:r>
              <a:rPr lang="en-US"/>
              <a:t>Close with: 'None of these attacks used a novel technique. An AI model strung them together, faster than any human crew — and it's now reaching your controls and your own defences. The attacker thinks in seconds. Can your organisation decide in time?' Thank the room and the Data#3 security specialists.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mention at the start (with slide 1) or here at 89:00–90:00.</a:t>
            </a:r>
          </a:p>
          <a:p>
            <a:r>
              <a:rPr lang="en-US"/>
              <a:t>The companion site opens the exercise: teams build a fictional AI attacker (objective, entry, autonomy — each mapped to a real case), press Launch and watch a dramatised machine-speed run (narrative only, no commands or code), then do the triage round and defend through the six decisions, with A–D voting and a shared scoreboard.</a:t>
            </a:r>
          </a:p>
          <a:p>
            <a:r>
              <a:rPr lang="en-US"/>
              <a:t>It's defender-focused and narrative-only by design — the builder exists to make teams feel how cheap and modular these choices have become for an attacker, not to teach anyone how to carry one out. Share the link and QR separately; no install or login.</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0450921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3762353-6265-E574-FFF5-95633D2069A8}"/>
              </a:ext>
            </a:extLst>
          </p:cNvPr>
          <p:cNvSpPr txBox="1"/>
          <p:nvPr userDrawn="1">
            <p:extLst>
              <p:ext uri="{1162E1C5-73C7-4A58-AE30-91384D911F3F}">
                <p184:classification xmlns:p184="http://schemas.microsoft.com/office/powerpoint/2018/4/main" val="ftr"/>
              </p:ext>
            </p:extLst>
          </p:nvPr>
        </p:nvSpPr>
        <p:spPr>
          <a:xfrm>
            <a:off x="5670550" y="6657340"/>
            <a:ext cx="874713" cy="137160"/>
          </a:xfrm>
          <a:prstGeom prst="rect">
            <a:avLst/>
          </a:prstGeom>
        </p:spPr>
        <p:txBody>
          <a:bodyPr horzOverflow="overflow" lIns="0" tIns="0" rIns="0" bIns="0">
            <a:spAutoFit/>
          </a:bodyPr>
          <a:lstStyle/>
          <a:p>
            <a:pPr algn="l"/>
            <a:r>
              <a:rPr lang="en-AU" sz="900">
                <a:solidFill>
                  <a:srgbClr val="00AEFF">
                    <a:alpha val="50000"/>
                  </a:srgbClr>
                </a:solidFill>
                <a:latin typeface="Aptos" panose="020B0004020202020204" pitchFamily="34" charset="0"/>
              </a:rPr>
              <a:t>IN-CONFIDENCE</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AC64C56A-4108-4160-B6A9-DCC618CFD1B7}"/>
              </a:ext>
            </a:extLst>
          </p:cNvPr>
          <p:cNvSpPr>
            <a:spLocks noGrp="1"/>
          </p:cNvSpPr>
          <p:nvPr/>
        </p:nvSpPr>
        <p:spPr>
          <a:xfrm>
            <a:off x="0" y="0"/>
            <a:ext cx="12192000" cy="6858000"/>
          </a:xfrm>
          <a:prstGeom prst="rect">
            <a:avLst/>
          </a:prstGeom>
          <a:gradFill>
            <a:gsLst>
              <a:gs pos="0">
                <a:srgbClr val="000025">
                  <a:alpha val="96000"/>
                </a:srgbClr>
              </a:gs>
              <a:gs pos="72000">
                <a:srgbClr val="000025">
                  <a:alpha val="30000"/>
                </a:srgbClr>
              </a:gs>
              <a:gs pos="100000">
                <a:srgbClr val="000025">
                  <a:alpha val="5000"/>
                </a:srgbClr>
              </a:gs>
            </a:gsLst>
            <a:lin ang="0"/>
          </a:gradFill>
          <a:ln w="0">
            <a:noFill/>
            <a:prstDash val="solid"/>
          </a:ln>
        </p:spPr>
        <p:txBody>
          <a:bodyPr/>
          <a:lstStyle/>
          <a:p>
            <a:endParaRPr lang="en-AU"/>
          </a:p>
        </p:txBody>
      </p:sp>
      <p:sp>
        <p:nvSpPr>
          <p:cNvPr id="3" name="Rectangle 2">
            <a:extLst>
              <a:ext uri="{FF2B5EF4-FFF2-40B4-BE49-F238E27FC236}">
                <a16:creationId xmlns:a16="http://schemas.microsoft.com/office/drawing/2014/main" id="{39893A58-575F-4920-AE17-7500B3B734AE}"/>
              </a:ext>
            </a:extLst>
          </p:cNvPr>
          <p:cNvSpPr>
            <a:spLocks noGrp="1"/>
          </p:cNvSpPr>
          <p:nvPr/>
        </p:nvSpPr>
        <p:spPr>
          <a:xfrm>
            <a:off x="647700" y="876300"/>
            <a:ext cx="6191250" cy="1809750"/>
          </a:xfrm>
          <a:prstGeom prst="rect">
            <a:avLst/>
          </a:prstGeom>
          <a:noFill/>
          <a:ln w="0">
            <a:noFill/>
            <a:prstDash val="solid"/>
          </a:ln>
        </p:spPr>
        <p:txBody>
          <a:bodyPr lIns="0" tIns="0" rIns="0" bIns="0" anchor="t">
            <a:noAutofit/>
          </a:bodyPr>
          <a:lstStyle/>
          <a:p>
            <a:pPr algn="l">
              <a:lnSpc>
                <a:spcPct val="88000"/>
              </a:lnSpc>
              <a:buNone/>
              <a:defRPr sz="4575" b="1">
                <a:solidFill>
                  <a:srgbClr val="FFFFFF"/>
                </a:solidFill>
                <a:latin typeface="Arial"/>
                <a:ea typeface="Arial"/>
                <a:cs typeface="Arial"/>
              </a:defRPr>
            </a:pPr>
            <a:r>
              <a:rPr lang="en-US" sz="4575" b="1">
                <a:solidFill>
                  <a:srgbClr val="FFFFFF"/>
                </a:solidFill>
                <a:latin typeface="Arial"/>
                <a:ea typeface="Arial"/>
                <a:cs typeface="Arial"/>
              </a:rPr>
              <a:t>WHEN THE
AGENT ATTACKS</a:t>
            </a:r>
            <a:endParaRPr sz="4575" b="1">
              <a:solidFill>
                <a:srgbClr val="FFFFFF"/>
              </a:solidFill>
              <a:latin typeface="Arial"/>
              <a:ea typeface="Arial"/>
              <a:cs typeface="Arial"/>
            </a:endParaRPr>
          </a:p>
        </p:txBody>
      </p:sp>
      <p:sp>
        <p:nvSpPr>
          <p:cNvPr id="4" name="Rectangle 3">
            <a:extLst>
              <a:ext uri="{FF2B5EF4-FFF2-40B4-BE49-F238E27FC236}">
                <a16:creationId xmlns:a16="http://schemas.microsoft.com/office/drawing/2014/main" id="{CFC32549-F596-4708-9453-7A23BD55E13A}"/>
              </a:ext>
            </a:extLst>
          </p:cNvPr>
          <p:cNvSpPr>
            <a:spLocks noGrp="1"/>
          </p:cNvSpPr>
          <p:nvPr/>
        </p:nvSpPr>
        <p:spPr>
          <a:xfrm>
            <a:off x="685800" y="2905125"/>
            <a:ext cx="5715000" cy="742950"/>
          </a:xfrm>
          <a:prstGeom prst="rect">
            <a:avLst/>
          </a:prstGeom>
          <a:noFill/>
          <a:ln w="0">
            <a:noFill/>
            <a:prstDash val="solid"/>
          </a:ln>
        </p:spPr>
        <p:txBody>
          <a:bodyPr lIns="0" tIns="0" rIns="0" bIns="0" anchor="t">
            <a:noAutofit/>
          </a:bodyPr>
          <a:lstStyle/>
          <a:p>
            <a:pPr algn="l">
              <a:lnSpc>
                <a:spcPct val="105000"/>
              </a:lnSpc>
              <a:buNone/>
              <a:defRPr sz="2025" b="0">
                <a:solidFill>
                  <a:srgbClr val="78DCFF"/>
                </a:solidFill>
                <a:latin typeface="Arial"/>
                <a:ea typeface="Arial"/>
                <a:cs typeface="Arial"/>
              </a:defRPr>
            </a:pPr>
            <a:r>
              <a:rPr lang="en-US" sz="2025" b="0">
                <a:solidFill>
                  <a:srgbClr val="78DCFF"/>
                </a:solidFill>
                <a:latin typeface="Arial"/>
                <a:ea typeface="Arial"/>
                <a:cs typeface="Arial"/>
              </a:rPr>
              <a:t>A tabletop on how attackers now use frontier models and AI agents — and how you decide, from the SOC to the board</a:t>
            </a:r>
          </a:p>
        </p:txBody>
      </p:sp>
      <p:sp>
        <p:nvSpPr>
          <p:cNvPr id="5" name="Rectangle 4">
            <a:extLst>
              <a:ext uri="{FF2B5EF4-FFF2-40B4-BE49-F238E27FC236}">
                <a16:creationId xmlns:a16="http://schemas.microsoft.com/office/drawing/2014/main" id="{10AFCC26-70AA-4B14-89CC-6BE8096D922C}"/>
              </a:ext>
            </a:extLst>
          </p:cNvPr>
          <p:cNvSpPr>
            <a:spLocks noGrp="1"/>
          </p:cNvSpPr>
          <p:nvPr/>
        </p:nvSpPr>
        <p:spPr>
          <a:xfrm>
            <a:off x="685800" y="3962400"/>
            <a:ext cx="952500" cy="47625"/>
          </a:xfrm>
          <a:prstGeom prst="rect">
            <a:avLst/>
          </a:prstGeom>
          <a:solidFill>
            <a:srgbClr val="00FFFF"/>
          </a:solidFill>
          <a:ln w="0">
            <a:noFill/>
            <a:prstDash val="solid"/>
          </a:ln>
        </p:spPr>
        <p:txBody>
          <a:bodyPr/>
          <a:lstStyle/>
          <a:p>
            <a:endParaRPr lang="en-AU"/>
          </a:p>
        </p:txBody>
      </p:sp>
      <p:pic>
        <p:nvPicPr>
          <p:cNvPr id="14" name="Picture 13"/>
          <p:cNvPicPr>
            <a:picLocks noChangeAspect="1"/>
          </p:cNvPicPr>
          <p:nvPr/>
        </p:nvPicPr>
        <p:blipFill>
          <a:blip r:embed="rId4"/>
          <a:stretch/>
        </p:blipFill>
        <p:spPr>
          <a:xfrm>
            <a:off x="688543" y="5667375"/>
            <a:ext cx="1185138" cy="476250"/>
          </a:xfrm>
          <a:prstGeom prst="rect">
            <a:avLst/>
          </a:prstGeom>
        </p:spPr>
      </p:pic>
      <p:sp>
        <p:nvSpPr>
          <p:cNvPr id="22546" name="Rectangle 22545">
            <a:extLst>
              <a:ext uri="{FF2B5EF4-FFF2-40B4-BE49-F238E27FC236}">
                <a16:creationId xmlns:a16="http://schemas.microsoft.com/office/drawing/2014/main" id="{579425C7-0FA2-17CD-22C5-D5905148ACF3}"/>
              </a:ext>
            </a:extLst>
          </p:cNvPr>
          <p:cNvSpPr/>
          <p:nvPr/>
        </p:nvSpPr>
        <p:spPr>
          <a:xfrm>
            <a:off x="685800" y="4150000"/>
            <a:ext cx="5500000" cy="7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CISO Basecamp · Microsoft and Data#3</a:t>
            </a:r>
          </a:p>
          <a:p>
            <a:pPr algn="l">
              <a:buNone/>
            </a:pPr>
            <a:r>
              <a:rPr lang="en-US" sz="1600">
                <a:solidFill>
                  <a:srgbClr val="FFFFFF"/>
                </a:solidFill>
                <a:effectLst/>
                <a:latin typeface="Arial" panose="020B0604020202020204" pitchFamily="34" charset="0"/>
              </a:rPr>
              <a:t>Richard Dornhart · National Practice Manager - Security</a:t>
            </a:r>
            <a:endParaRPr lang="en-US"/>
          </a:p>
        </p:txBody>
      </p:sp>
    </p:spTree>
    <p:extLst>
      <p:ext uri="{BB962C8B-B14F-4D97-AF65-F5344CB8AC3E}">
        <p14:creationId xmlns:p14="http://schemas.microsoft.com/office/powerpoint/2010/main" val="11390367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25"/>
        </a:solidFill>
        <a:effectLst/>
      </p:bgPr>
    </p:bg>
    <p:spTree>
      <p:nvGrpSpPr>
        <p:cNvPr id="1" name=""/>
        <p:cNvGrpSpPr/>
        <p:nvPr/>
      </p:nvGrpSpPr>
      <p:grpSpPr>
        <a:xfrm>
          <a:off x="0" y="0"/>
          <a:ext cx="0" cy="0"/>
          <a:chOff x="0" y="0"/>
          <a:chExt cx="0" cy="0"/>
        </a:xfrm>
      </p:grpSpPr>
      <p:sp>
        <p:nvSpPr>
          <p:cNvPr id="22547" name="Rectangle 22546">
            <a:extLst>
              <a:ext uri="{FF2B5EF4-FFF2-40B4-BE49-F238E27FC236}">
                <a16:creationId xmlns:a16="http://schemas.microsoft.com/office/drawing/2014/main" id="{F4C66AA1-960D-1556-F97F-D42273D02D05}"/>
              </a:ext>
            </a:extLst>
          </p:cNvPr>
          <p:cNvSpPr/>
          <p:nvPr/>
        </p:nvSpPr>
        <p:spPr>
          <a:xfrm>
            <a:off x="609600" y="236000"/>
            <a:ext cx="10972800" cy="2593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SETTING THE SCENE</a:t>
            </a:r>
          </a:p>
          <a:p>
            <a:pPr algn="l">
              <a:buNone/>
            </a:pPr>
            <a:r>
              <a:rPr lang="en-US" sz="100">
                <a:effectLst/>
              </a:rPr>
              <a:t> </a:t>
            </a:r>
            <a:endParaRPr lang="en-US"/>
          </a:p>
        </p:txBody>
      </p:sp>
      <p:sp>
        <p:nvSpPr>
          <p:cNvPr id="22549" name="Rectangle 22548">
            <a:extLst>
              <a:ext uri="{FF2B5EF4-FFF2-40B4-BE49-F238E27FC236}">
                <a16:creationId xmlns:a16="http://schemas.microsoft.com/office/drawing/2014/main" id="{525EB8FA-7261-3719-4D49-3C584AEBCB16}"/>
              </a:ext>
            </a:extLst>
          </p:cNvPr>
          <p:cNvSpPr/>
          <p:nvPr/>
        </p:nvSpPr>
        <p:spPr>
          <a:xfrm>
            <a:off x="609600" y="495300"/>
            <a:ext cx="10972800"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Arial" panose="020B0604020202020204" pitchFamily="34" charset="0"/>
              </a:rPr>
              <a:t>Agents are already in the attack chain</a:t>
            </a:r>
          </a:p>
          <a:p>
            <a:pPr algn="l">
              <a:buNone/>
            </a:pPr>
            <a:r>
              <a:rPr lang="en-US" sz="100">
                <a:effectLst/>
              </a:rPr>
              <a:t> </a:t>
            </a:r>
            <a:endParaRPr lang="en-US"/>
          </a:p>
        </p:txBody>
      </p:sp>
      <p:sp>
        <p:nvSpPr>
          <p:cNvPr id="22552" name="Rectangle 22551">
            <a:extLst>
              <a:ext uri="{FF2B5EF4-FFF2-40B4-BE49-F238E27FC236}">
                <a16:creationId xmlns:a16="http://schemas.microsoft.com/office/drawing/2014/main" id="{D2F833FB-6668-14FB-D8EB-E3BE19FE4587}"/>
              </a:ext>
            </a:extLst>
          </p:cNvPr>
          <p:cNvSpPr/>
          <p:nvPr/>
        </p:nvSpPr>
        <p:spPr>
          <a:xfrm>
            <a:off x="609600" y="1104900"/>
            <a:ext cx="10972800" cy="9525"/>
          </a:xfrm>
          <a:prstGeom prst="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56" name="Rectangle 22555">
            <a:extLst>
              <a:ext uri="{FF2B5EF4-FFF2-40B4-BE49-F238E27FC236}">
                <a16:creationId xmlns:a16="http://schemas.microsoft.com/office/drawing/2014/main" id="{1E2EDE50-47C2-D7B2-08EC-05A2DFBCDE9C}"/>
              </a:ext>
            </a:extLst>
          </p:cNvPr>
          <p:cNvSpPr/>
          <p:nvPr/>
        </p:nvSpPr>
        <p:spPr>
          <a:xfrm>
            <a:off x="11100000" y="6400000"/>
            <a:ext cx="500000" cy="2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9FB3CC"/>
                </a:solidFill>
                <a:effectLst/>
                <a:latin typeface="Arial" panose="020B0604020202020204" pitchFamily="34" charset="0"/>
              </a:rPr>
              <a:t>02</a:t>
            </a:r>
          </a:p>
          <a:p>
            <a:pPr algn="r">
              <a:buNone/>
            </a:pPr>
            <a:r>
              <a:rPr lang="en-US" sz="100">
                <a:effectLst/>
              </a:rPr>
              <a:t> </a:t>
            </a:r>
            <a:endParaRPr lang="en-US"/>
          </a:p>
        </p:txBody>
      </p:sp>
      <p:sp>
        <p:nvSpPr>
          <p:cNvPr id="22561" name="Rectangle 22560">
            <a:extLst>
              <a:ext uri="{FF2B5EF4-FFF2-40B4-BE49-F238E27FC236}">
                <a16:creationId xmlns:a16="http://schemas.microsoft.com/office/drawing/2014/main" id="{A63B9C90-5D1B-56B9-1C28-BB6F77089B7D}"/>
              </a:ext>
            </a:extLst>
          </p:cNvPr>
          <p:cNvSpPr/>
          <p:nvPr/>
        </p:nvSpPr>
        <p:spPr>
          <a:xfrm>
            <a:off x="609600" y="1350000"/>
            <a:ext cx="3700000" cy="15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9600" b="1">
                <a:solidFill>
                  <a:srgbClr val="00AEFF"/>
                </a:solidFill>
                <a:effectLst/>
                <a:latin typeface="Arial" panose="020B0604020202020204" pitchFamily="34" charset="0"/>
              </a:rPr>
              <a:t>&lt; 10</a:t>
            </a:r>
          </a:p>
          <a:p>
            <a:pPr algn="l">
              <a:buNone/>
            </a:pPr>
            <a:r>
              <a:rPr lang="en-US" sz="100">
                <a:effectLst/>
              </a:rPr>
              <a:t> </a:t>
            </a:r>
            <a:endParaRPr lang="en-US"/>
          </a:p>
        </p:txBody>
      </p:sp>
      <p:sp>
        <p:nvSpPr>
          <p:cNvPr id="22567" name="Rectangle 22566">
            <a:extLst>
              <a:ext uri="{FF2B5EF4-FFF2-40B4-BE49-F238E27FC236}">
                <a16:creationId xmlns:a16="http://schemas.microsoft.com/office/drawing/2014/main" id="{D77FFBE3-D1FA-60A4-2EA3-5F030918562D}"/>
              </a:ext>
            </a:extLst>
          </p:cNvPr>
          <p:cNvSpPr/>
          <p:nvPr/>
        </p:nvSpPr>
        <p:spPr>
          <a:xfrm>
            <a:off x="609600" y="2850000"/>
            <a:ext cx="3700000" cy="5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FFFFFF"/>
                </a:solidFill>
                <a:effectLst/>
                <a:latin typeface="Arial" panose="020B0604020202020204" pitchFamily="34" charset="0"/>
              </a:rPr>
              <a:t>hours</a:t>
            </a:r>
          </a:p>
          <a:p>
            <a:pPr algn="l">
              <a:buNone/>
            </a:pPr>
            <a:r>
              <a:rPr lang="en-US" sz="100">
                <a:effectLst/>
              </a:rPr>
              <a:t> </a:t>
            </a:r>
            <a:endParaRPr lang="en-US"/>
          </a:p>
        </p:txBody>
      </p:sp>
      <p:sp>
        <p:nvSpPr>
          <p:cNvPr id="22574" name="Rectangle 22573">
            <a:extLst>
              <a:ext uri="{FF2B5EF4-FFF2-40B4-BE49-F238E27FC236}">
                <a16:creationId xmlns:a16="http://schemas.microsoft.com/office/drawing/2014/main" id="{BD104722-8C62-CBBD-1039-AA85F03196FE}"/>
              </a:ext>
            </a:extLst>
          </p:cNvPr>
          <p:cNvSpPr/>
          <p:nvPr/>
        </p:nvSpPr>
        <p:spPr>
          <a:xfrm>
            <a:off x="609600" y="3350000"/>
            <a:ext cx="3700000" cy="7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D5E1F0"/>
                </a:solidFill>
                <a:effectLst/>
                <a:latin typeface="Arial" panose="020B0604020202020204" pitchFamily="34" charset="0"/>
              </a:rPr>
              <a:t>from initial access to privileged control</a:t>
            </a:r>
          </a:p>
          <a:p>
            <a:pPr algn="l">
              <a:buNone/>
            </a:pPr>
            <a:r>
              <a:rPr lang="en-US" sz="100">
                <a:effectLst/>
              </a:rPr>
              <a:t> </a:t>
            </a:r>
            <a:endParaRPr lang="en-US"/>
          </a:p>
        </p:txBody>
      </p:sp>
      <p:sp>
        <p:nvSpPr>
          <p:cNvPr id="22582" name="Rectangle 22581">
            <a:extLst>
              <a:ext uri="{FF2B5EF4-FFF2-40B4-BE49-F238E27FC236}">
                <a16:creationId xmlns:a16="http://schemas.microsoft.com/office/drawing/2014/main" id="{068BD7E5-D150-323F-7773-79B999C11005}"/>
              </a:ext>
            </a:extLst>
          </p:cNvPr>
          <p:cNvSpPr/>
          <p:nvPr/>
        </p:nvSpPr>
        <p:spPr>
          <a:xfrm>
            <a:off x="4800000" y="1400000"/>
            <a:ext cx="6782400" cy="135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91" name="Rectangle 22590">
            <a:extLst>
              <a:ext uri="{FF2B5EF4-FFF2-40B4-BE49-F238E27FC236}">
                <a16:creationId xmlns:a16="http://schemas.microsoft.com/office/drawing/2014/main" id="{033744DF-85F0-E455-64EE-E1A9BEE509BF}"/>
              </a:ext>
            </a:extLst>
          </p:cNvPr>
          <p:cNvSpPr/>
          <p:nvPr/>
        </p:nvSpPr>
        <p:spPr>
          <a:xfrm>
            <a:off x="5050000" y="1580000"/>
            <a:ext cx="6280000" cy="4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a:solidFill>
                  <a:srgbClr val="78DCFF"/>
                </a:solidFill>
                <a:effectLst/>
                <a:latin typeface="Arial" panose="020B0604020202020204" pitchFamily="34" charset="0"/>
              </a:rPr>
              <a:t>50+ techniques</a:t>
            </a:r>
          </a:p>
          <a:p>
            <a:pPr algn="l">
              <a:buNone/>
            </a:pPr>
            <a:r>
              <a:rPr lang="en-US" sz="100">
                <a:effectLst/>
              </a:rPr>
              <a:t> </a:t>
            </a:r>
            <a:endParaRPr lang="en-US"/>
          </a:p>
        </p:txBody>
      </p:sp>
      <p:sp>
        <p:nvSpPr>
          <p:cNvPr id="22601" name="Rectangle 22600">
            <a:extLst>
              <a:ext uri="{FF2B5EF4-FFF2-40B4-BE49-F238E27FC236}">
                <a16:creationId xmlns:a16="http://schemas.microsoft.com/office/drawing/2014/main" id="{6BE35E4F-9271-5637-A79F-4A89D4CADB27}"/>
              </a:ext>
            </a:extLst>
          </p:cNvPr>
          <p:cNvSpPr/>
          <p:nvPr/>
        </p:nvSpPr>
        <p:spPr>
          <a:xfrm>
            <a:off x="5050000" y="2020000"/>
            <a:ext cx="6280000" cy="6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D5E1F0"/>
                </a:solidFill>
                <a:effectLst/>
                <a:latin typeface="Arial" panose="020B0604020202020204" pitchFamily="34" charset="0"/>
              </a:rPr>
              <a:t>AI agents mapped the environment and executed across the attack chain.</a:t>
            </a:r>
          </a:p>
          <a:p>
            <a:pPr algn="l">
              <a:buNone/>
            </a:pPr>
            <a:r>
              <a:rPr lang="en-US" sz="100">
                <a:effectLst/>
              </a:rPr>
              <a:t> </a:t>
            </a:r>
            <a:endParaRPr lang="en-US"/>
          </a:p>
        </p:txBody>
      </p:sp>
      <p:sp>
        <p:nvSpPr>
          <p:cNvPr id="22612" name="Rectangle 22611">
            <a:extLst>
              <a:ext uri="{FF2B5EF4-FFF2-40B4-BE49-F238E27FC236}">
                <a16:creationId xmlns:a16="http://schemas.microsoft.com/office/drawing/2014/main" id="{421DBDD6-E182-317F-7841-D179D21A042E}"/>
              </a:ext>
            </a:extLst>
          </p:cNvPr>
          <p:cNvSpPr/>
          <p:nvPr/>
        </p:nvSpPr>
        <p:spPr>
          <a:xfrm>
            <a:off x="4800000" y="2950000"/>
            <a:ext cx="6782400" cy="135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24" name="Rectangle 22623">
            <a:extLst>
              <a:ext uri="{FF2B5EF4-FFF2-40B4-BE49-F238E27FC236}">
                <a16:creationId xmlns:a16="http://schemas.microsoft.com/office/drawing/2014/main" id="{2654A03E-1AE9-9982-0CCF-F75E719BF095}"/>
              </a:ext>
            </a:extLst>
          </p:cNvPr>
          <p:cNvSpPr/>
          <p:nvPr/>
        </p:nvSpPr>
        <p:spPr>
          <a:xfrm>
            <a:off x="5050000" y="3130000"/>
            <a:ext cx="6280000" cy="4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a:solidFill>
                  <a:srgbClr val="78DCFF"/>
                </a:solidFill>
                <a:effectLst/>
                <a:latin typeface="Arial" panose="020B0604020202020204" pitchFamily="34" charset="0"/>
              </a:rPr>
              <a:t>80–90% AI-run</a:t>
            </a:r>
          </a:p>
        </p:txBody>
      </p:sp>
      <p:sp>
        <p:nvSpPr>
          <p:cNvPr id="22637" name="Rectangle 22636">
            <a:extLst>
              <a:ext uri="{FF2B5EF4-FFF2-40B4-BE49-F238E27FC236}">
                <a16:creationId xmlns:a16="http://schemas.microsoft.com/office/drawing/2014/main" id="{36541B90-710E-125F-7C2B-BF57AD770C2C}"/>
              </a:ext>
            </a:extLst>
          </p:cNvPr>
          <p:cNvSpPr/>
          <p:nvPr/>
        </p:nvSpPr>
        <p:spPr>
          <a:xfrm>
            <a:off x="5050000" y="3570000"/>
            <a:ext cx="6280000" cy="6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D5E1F0"/>
                </a:solidFill>
                <a:effectLst/>
                <a:latin typeface="Arial" panose="020B0604020202020204" pitchFamily="34" charset="0"/>
              </a:rPr>
              <a:t>GTG-1002: Anthropic found AI executed 80–90% of a ~30-target espionage campaign; humans only approved key escalations.</a:t>
            </a:r>
          </a:p>
        </p:txBody>
      </p:sp>
      <p:sp>
        <p:nvSpPr>
          <p:cNvPr id="22651" name="Rectangle 22650">
            <a:extLst>
              <a:ext uri="{FF2B5EF4-FFF2-40B4-BE49-F238E27FC236}">
                <a16:creationId xmlns:a16="http://schemas.microsoft.com/office/drawing/2014/main" id="{4713AF2D-9376-05CF-1B46-A4A1B218020C}"/>
              </a:ext>
            </a:extLst>
          </p:cNvPr>
          <p:cNvSpPr/>
          <p:nvPr/>
        </p:nvSpPr>
        <p:spPr>
          <a:xfrm>
            <a:off x="609600" y="4600000"/>
            <a:ext cx="10972800" cy="1050000"/>
          </a:xfrm>
          <a:prstGeom prst="rect">
            <a:avLst/>
          </a:prstGeom>
          <a:solidFill>
            <a:srgbClr val="0E2A52"/>
          </a:solidFill>
          <a:ln w="127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Unit 42: humans steered. GTG-1002 &amp; JADEPUFFER: the agent ran it. And in 2026 it reached for OT, and for the SOC's own AI.</a:t>
            </a:r>
          </a:p>
        </p:txBody>
      </p:sp>
      <p:sp>
        <p:nvSpPr>
          <p:cNvPr id="22666" name="Rectangle 22665">
            <a:extLst>
              <a:ext uri="{FF2B5EF4-FFF2-40B4-BE49-F238E27FC236}">
                <a16:creationId xmlns:a16="http://schemas.microsoft.com/office/drawing/2014/main" id="{D7C72F60-D2F1-623A-5ECB-A501DA708981}"/>
              </a:ext>
            </a:extLst>
          </p:cNvPr>
          <p:cNvSpPr/>
          <p:nvPr/>
        </p:nvSpPr>
        <p:spPr>
          <a:xfrm>
            <a:off x="609600" y="5850000"/>
            <a:ext cx="9000000" cy="3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9FB3CC"/>
                </a:solidFill>
                <a:effectLst/>
                <a:latin typeface="Arial" panose="020B0604020202020204" pitchFamily="34" charset="0"/>
              </a:rPr>
              <a:t>Sources: Unit 42 (Sep 2026) · Anthropic GTG-1002 (Nov 2025) · Sysdig (Jul 2026) · Dragos water-utility OT (May 2026)</a:t>
            </a:r>
          </a:p>
        </p:txBody>
      </p:sp>
    </p:spTree>
    <p:extLst>
      <p:ext uri="{BB962C8B-B14F-4D97-AF65-F5344CB8AC3E}">
        <p14:creationId xmlns:p14="http://schemas.microsoft.com/office/powerpoint/2010/main" val="5082996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25"/>
        </a:solidFill>
        <a:effectLst/>
      </p:bgPr>
    </p:bg>
    <p:spTree>
      <p:nvGrpSpPr>
        <p:cNvPr id="1" name=""/>
        <p:cNvGrpSpPr/>
        <p:nvPr/>
      </p:nvGrpSpPr>
      <p:grpSpPr>
        <a:xfrm>
          <a:off x="0" y="0"/>
          <a:ext cx="0" cy="0"/>
          <a:chOff x="0" y="0"/>
          <a:chExt cx="0" cy="0"/>
        </a:xfrm>
      </p:grpSpPr>
      <p:sp>
        <p:nvSpPr>
          <p:cNvPr id="61" name="Rectangle 60">
            <a:extLst>
              <a:ext uri="{FF2B5EF4-FFF2-40B4-BE49-F238E27FC236}">
                <a16:creationId xmlns:a16="http://schemas.microsoft.com/office/drawing/2014/main" id="{00B8B55C-A300-4211-7C27-78FB83108933}"/>
              </a:ext>
            </a:extLst>
          </p:cNvPr>
          <p:cNvSpPr/>
          <p:nvPr/>
        </p:nvSpPr>
        <p:spPr>
          <a:xfrm>
            <a:off x="609600" y="236000"/>
            <a:ext cx="6800000" cy="2593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THE PROVOCATION</a:t>
            </a:r>
          </a:p>
          <a:p>
            <a:pPr algn="l">
              <a:buNone/>
            </a:pPr>
            <a:r>
              <a:rPr lang="en-US" sz="100">
                <a:effectLst/>
              </a:rPr>
              <a:t> </a:t>
            </a:r>
            <a:endParaRPr lang="en-US"/>
          </a:p>
        </p:txBody>
      </p:sp>
      <p:sp>
        <p:nvSpPr>
          <p:cNvPr id="63" name="Rectangle 62">
            <a:extLst>
              <a:ext uri="{FF2B5EF4-FFF2-40B4-BE49-F238E27FC236}">
                <a16:creationId xmlns:a16="http://schemas.microsoft.com/office/drawing/2014/main" id="{D6C06766-45A7-ED3E-4102-375FD03BB22A}"/>
              </a:ext>
            </a:extLst>
          </p:cNvPr>
          <p:cNvSpPr/>
          <p:nvPr/>
        </p:nvSpPr>
        <p:spPr>
          <a:xfrm>
            <a:off x="609600" y="495300"/>
            <a:ext cx="6800000"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Arial" panose="020B0604020202020204" pitchFamily="34" charset="0"/>
              </a:rPr>
              <a:t>Ransomware without a human</a:t>
            </a:r>
          </a:p>
          <a:p>
            <a:pPr algn="l">
              <a:buNone/>
            </a:pPr>
            <a:r>
              <a:rPr lang="en-US" sz="100">
                <a:effectLst/>
              </a:rPr>
              <a:t> </a:t>
            </a:r>
            <a:endParaRPr lang="en-US"/>
          </a:p>
        </p:txBody>
      </p:sp>
      <p:sp>
        <p:nvSpPr>
          <p:cNvPr id="66" name="Rectangle 65">
            <a:extLst>
              <a:ext uri="{FF2B5EF4-FFF2-40B4-BE49-F238E27FC236}">
                <a16:creationId xmlns:a16="http://schemas.microsoft.com/office/drawing/2014/main" id="{47C28C69-234B-C82D-B2F2-779E8E5E4353}"/>
              </a:ext>
            </a:extLst>
          </p:cNvPr>
          <p:cNvSpPr/>
          <p:nvPr/>
        </p:nvSpPr>
        <p:spPr>
          <a:xfrm>
            <a:off x="609600" y="1104900"/>
            <a:ext cx="6800000" cy="9525"/>
          </a:xfrm>
          <a:prstGeom prst="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0AA0B8D7-F0B7-0373-1911-DD4350C27869}"/>
              </a:ext>
            </a:extLst>
          </p:cNvPr>
          <p:cNvSpPr/>
          <p:nvPr/>
        </p:nvSpPr>
        <p:spPr>
          <a:xfrm>
            <a:off x="609600" y="1350000"/>
            <a:ext cx="2100000" cy="15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9600" b="1">
                <a:solidFill>
                  <a:srgbClr val="00AEFF"/>
                </a:solidFill>
                <a:effectLst/>
                <a:latin typeface="Arial" panose="020B0604020202020204" pitchFamily="34" charset="0"/>
              </a:rPr>
              <a:t>31</a:t>
            </a:r>
          </a:p>
          <a:p>
            <a:pPr algn="l">
              <a:buNone/>
            </a:pPr>
            <a:r>
              <a:rPr lang="en-US" sz="100">
                <a:effectLst/>
              </a:rPr>
              <a:t> </a:t>
            </a:r>
            <a:endParaRPr lang="en-US"/>
          </a:p>
        </p:txBody>
      </p:sp>
      <p:sp>
        <p:nvSpPr>
          <p:cNvPr id="75" name="Rectangle 74">
            <a:extLst>
              <a:ext uri="{FF2B5EF4-FFF2-40B4-BE49-F238E27FC236}">
                <a16:creationId xmlns:a16="http://schemas.microsoft.com/office/drawing/2014/main" id="{5D0CED58-54F6-2337-C801-BFA0EBDFB11D}"/>
              </a:ext>
            </a:extLst>
          </p:cNvPr>
          <p:cNvSpPr/>
          <p:nvPr/>
        </p:nvSpPr>
        <p:spPr>
          <a:xfrm>
            <a:off x="2700000" y="1750000"/>
            <a:ext cx="4700000"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a:solidFill>
                  <a:srgbClr val="FFFFFF"/>
                </a:solidFill>
                <a:effectLst/>
                <a:latin typeface="Arial" panose="020B0604020202020204" pitchFamily="34" charset="0"/>
              </a:rPr>
              <a:t>seconds from a failed login to a working, multi-step fix</a:t>
            </a:r>
          </a:p>
          <a:p>
            <a:pPr algn="l">
              <a:buNone/>
            </a:pPr>
            <a:r>
              <a:rPr lang="en-US" sz="100">
                <a:effectLst/>
              </a:rPr>
              <a:t> </a:t>
            </a:r>
            <a:endParaRPr lang="en-US"/>
          </a:p>
        </p:txBody>
      </p:sp>
      <p:sp>
        <p:nvSpPr>
          <p:cNvPr id="81" name="Rectangle 80">
            <a:extLst>
              <a:ext uri="{FF2B5EF4-FFF2-40B4-BE49-F238E27FC236}">
                <a16:creationId xmlns:a16="http://schemas.microsoft.com/office/drawing/2014/main" id="{7FE8C9C1-D2B0-9618-210A-A29E6F5C088E}"/>
              </a:ext>
            </a:extLst>
          </p:cNvPr>
          <p:cNvSpPr/>
          <p:nvPr/>
        </p:nvSpPr>
        <p:spPr>
          <a:xfrm>
            <a:off x="609600" y="3150000"/>
            <a:ext cx="2150000" cy="16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0C91C306-1913-B6F1-BEDF-3E648C39657C}"/>
              </a:ext>
            </a:extLst>
          </p:cNvPr>
          <p:cNvSpPr/>
          <p:nvPr/>
        </p:nvSpPr>
        <p:spPr>
          <a:xfrm>
            <a:off x="759600" y="3280000"/>
            <a:ext cx="1850000" cy="6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600" b="1">
                <a:solidFill>
                  <a:srgbClr val="78DCFF"/>
                </a:solidFill>
                <a:effectLst/>
                <a:latin typeface="Arial" panose="020B0604020202020204" pitchFamily="34" charset="0"/>
              </a:rPr>
              <a:t>600+</a:t>
            </a:r>
          </a:p>
          <a:p>
            <a:pPr algn="l">
              <a:buNone/>
            </a:pPr>
            <a:r>
              <a:rPr lang="en-US" sz="100">
                <a:effectLst/>
              </a:rPr>
              <a:t> </a:t>
            </a:r>
            <a:endParaRPr lang="en-US"/>
          </a:p>
        </p:txBody>
      </p:sp>
      <p:sp>
        <p:nvSpPr>
          <p:cNvPr id="96" name="Rectangle 95">
            <a:extLst>
              <a:ext uri="{FF2B5EF4-FFF2-40B4-BE49-F238E27FC236}">
                <a16:creationId xmlns:a16="http://schemas.microsoft.com/office/drawing/2014/main" id="{DF9DD358-FEE3-7566-E0F3-A0612DEB44A2}"/>
              </a:ext>
            </a:extLst>
          </p:cNvPr>
          <p:cNvSpPr/>
          <p:nvPr/>
        </p:nvSpPr>
        <p:spPr>
          <a:xfrm>
            <a:off x="759600" y="3930000"/>
            <a:ext cx="18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purposeful payloads in one compressed window</a:t>
            </a:r>
          </a:p>
          <a:p>
            <a:pPr algn="l">
              <a:buNone/>
            </a:pPr>
            <a:r>
              <a:rPr lang="en-US" sz="100">
                <a:effectLst/>
              </a:rPr>
              <a:t> </a:t>
            </a:r>
            <a:endParaRPr lang="en-US"/>
          </a:p>
        </p:txBody>
      </p:sp>
      <p:sp>
        <p:nvSpPr>
          <p:cNvPr id="105" name="Rectangle 104">
            <a:extLst>
              <a:ext uri="{FF2B5EF4-FFF2-40B4-BE49-F238E27FC236}">
                <a16:creationId xmlns:a16="http://schemas.microsoft.com/office/drawing/2014/main" id="{55949344-B5F0-7442-CF0C-A095DE9F0543}"/>
              </a:ext>
            </a:extLst>
          </p:cNvPr>
          <p:cNvSpPr/>
          <p:nvPr/>
        </p:nvSpPr>
        <p:spPr>
          <a:xfrm>
            <a:off x="2909600" y="3150000"/>
            <a:ext cx="2150000" cy="16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114">
            <a:extLst>
              <a:ext uri="{FF2B5EF4-FFF2-40B4-BE49-F238E27FC236}">
                <a16:creationId xmlns:a16="http://schemas.microsoft.com/office/drawing/2014/main" id="{A274D405-12DD-D49A-38C8-31E5FB0E24B2}"/>
              </a:ext>
            </a:extLst>
          </p:cNvPr>
          <p:cNvSpPr/>
          <p:nvPr/>
        </p:nvSpPr>
        <p:spPr>
          <a:xfrm>
            <a:off x="3059600" y="3280000"/>
            <a:ext cx="1850000" cy="6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600" b="1">
                <a:solidFill>
                  <a:srgbClr val="78DCFF"/>
                </a:solidFill>
                <a:effectLst/>
                <a:latin typeface="Arial" panose="020B0604020202020204" pitchFamily="34" charset="0"/>
              </a:rPr>
              <a:t>1,342</a:t>
            </a:r>
          </a:p>
          <a:p>
            <a:pPr algn="l">
              <a:buNone/>
            </a:pPr>
            <a:r>
              <a:rPr lang="en-US" sz="100">
                <a:effectLst/>
              </a:rPr>
              <a:t> </a:t>
            </a:r>
            <a:endParaRPr lang="en-US"/>
          </a:p>
        </p:txBody>
      </p:sp>
      <p:sp>
        <p:nvSpPr>
          <p:cNvPr id="126" name="Rectangle 125">
            <a:extLst>
              <a:ext uri="{FF2B5EF4-FFF2-40B4-BE49-F238E27FC236}">
                <a16:creationId xmlns:a16="http://schemas.microsoft.com/office/drawing/2014/main" id="{AC60F8E1-B650-1963-B95F-A236DED98260}"/>
              </a:ext>
            </a:extLst>
          </p:cNvPr>
          <p:cNvSpPr/>
          <p:nvPr/>
        </p:nvSpPr>
        <p:spPr>
          <a:xfrm>
            <a:off x="3059600" y="3930000"/>
            <a:ext cx="18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service configs encrypted, history dropped</a:t>
            </a:r>
          </a:p>
          <a:p>
            <a:pPr algn="l">
              <a:buNone/>
            </a:pPr>
            <a:r>
              <a:rPr lang="en-US" sz="100">
                <a:effectLst/>
              </a:rPr>
              <a:t> </a:t>
            </a:r>
            <a:endParaRPr lang="en-US"/>
          </a:p>
        </p:txBody>
      </p:sp>
      <p:sp>
        <p:nvSpPr>
          <p:cNvPr id="138" name="Rectangle 137">
            <a:extLst>
              <a:ext uri="{FF2B5EF4-FFF2-40B4-BE49-F238E27FC236}">
                <a16:creationId xmlns:a16="http://schemas.microsoft.com/office/drawing/2014/main" id="{05050908-30AF-6487-B540-D505A7EB3F0A}"/>
              </a:ext>
            </a:extLst>
          </p:cNvPr>
          <p:cNvSpPr/>
          <p:nvPr/>
        </p:nvSpPr>
        <p:spPr>
          <a:xfrm>
            <a:off x="5209600" y="3150000"/>
            <a:ext cx="2150000" cy="16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150">
            <a:extLst>
              <a:ext uri="{FF2B5EF4-FFF2-40B4-BE49-F238E27FC236}">
                <a16:creationId xmlns:a16="http://schemas.microsoft.com/office/drawing/2014/main" id="{FD345C64-5D4C-3A3D-E43A-9F954FE33EB2}"/>
              </a:ext>
            </a:extLst>
          </p:cNvPr>
          <p:cNvSpPr/>
          <p:nvPr/>
        </p:nvSpPr>
        <p:spPr>
          <a:xfrm>
            <a:off x="5359600" y="3280000"/>
            <a:ext cx="1850000" cy="6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600" b="1">
                <a:solidFill>
                  <a:srgbClr val="78DCFF"/>
                </a:solidFill>
                <a:effectLst/>
                <a:latin typeface="Arial" panose="020B0604020202020204" pitchFamily="34" charset="0"/>
              </a:rPr>
              <a:t>0</a:t>
            </a:r>
          </a:p>
          <a:p>
            <a:pPr algn="l">
              <a:buNone/>
            </a:pPr>
            <a:r>
              <a:rPr lang="en-US" sz="100">
                <a:effectLst/>
              </a:rPr>
              <a:t> </a:t>
            </a:r>
            <a:endParaRPr lang="en-US"/>
          </a:p>
        </p:txBody>
      </p:sp>
      <p:sp>
        <p:nvSpPr>
          <p:cNvPr id="165" name="Rectangle 164">
            <a:extLst>
              <a:ext uri="{FF2B5EF4-FFF2-40B4-BE49-F238E27FC236}">
                <a16:creationId xmlns:a16="http://schemas.microsoft.com/office/drawing/2014/main" id="{0520E2C8-3BBE-F95E-5423-95617AF81DBC}"/>
              </a:ext>
            </a:extLst>
          </p:cNvPr>
          <p:cNvSpPr/>
          <p:nvPr/>
        </p:nvSpPr>
        <p:spPr>
          <a:xfrm>
            <a:off x="5359600" y="3930000"/>
            <a:ext cx="18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copies of the key kept: paying can't restore</a:t>
            </a:r>
          </a:p>
          <a:p>
            <a:pPr algn="l">
              <a:buNone/>
            </a:pPr>
            <a:r>
              <a:rPr lang="en-US" sz="100">
                <a:effectLst/>
              </a:rPr>
              <a:t> </a:t>
            </a:r>
            <a:endParaRPr lang="en-US"/>
          </a:p>
        </p:txBody>
      </p:sp>
      <p:sp>
        <p:nvSpPr>
          <p:cNvPr id="180" name="Rectangle 179">
            <a:extLst>
              <a:ext uri="{FF2B5EF4-FFF2-40B4-BE49-F238E27FC236}">
                <a16:creationId xmlns:a16="http://schemas.microsoft.com/office/drawing/2014/main" id="{D9D05F14-4FF2-A26B-2378-C27F8746CF88}"/>
              </a:ext>
            </a:extLst>
          </p:cNvPr>
          <p:cNvSpPr/>
          <p:nvPr/>
        </p:nvSpPr>
        <p:spPr>
          <a:xfrm>
            <a:off x="609600" y="5000000"/>
            <a:ext cx="6750000" cy="5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No novel techniques. An AI model chained them end to end.</a:t>
            </a:r>
          </a:p>
          <a:p>
            <a:pPr algn="l">
              <a:buNone/>
            </a:pPr>
            <a:r>
              <a:rPr lang="en-US" sz="100">
                <a:effectLst/>
              </a:rPr>
              <a:t> </a:t>
            </a:r>
            <a:endParaRPr lang="en-US"/>
          </a:p>
        </p:txBody>
      </p:sp>
      <p:sp>
        <p:nvSpPr>
          <p:cNvPr id="196" name="Rectangle 195">
            <a:extLst>
              <a:ext uri="{FF2B5EF4-FFF2-40B4-BE49-F238E27FC236}">
                <a16:creationId xmlns:a16="http://schemas.microsoft.com/office/drawing/2014/main" id="{5443994C-7941-AA2E-334A-D6244F6293DA}"/>
              </a:ext>
            </a:extLst>
          </p:cNvPr>
          <p:cNvSpPr/>
          <p:nvPr/>
        </p:nvSpPr>
        <p:spPr>
          <a:xfrm>
            <a:off x="609600" y="5650000"/>
            <a:ext cx="6750000" cy="5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9FB3CC"/>
                </a:solidFill>
                <a:effectLst/>
                <a:latin typeface="Arial" panose="020B0604020202020204" pitchFamily="34" charset="0"/>
              </a:rPr>
              <a:t>Source: Sysdig Threat Research Team, JADEPUFFER (1 July 2026) · Microsoft Threat Intelligence Podcast Ep 76</a:t>
            </a:r>
          </a:p>
          <a:p>
            <a:pPr algn="l">
              <a:buNone/>
            </a:pPr>
            <a:r>
              <a:rPr lang="en-US" sz="100">
                <a:effectLst/>
              </a:rPr>
              <a:t> </a:t>
            </a:r>
            <a:endParaRPr lang="en-US"/>
          </a:p>
        </p:txBody>
      </p:sp>
      <p:pic>
        <p:nvPicPr>
          <p:cNvPr id="2762" name="Picture 2761" descr="Abstract image of an AI agent moving through a data centre">
            <a:extLst>
              <a:ext uri="{FF2B5EF4-FFF2-40B4-BE49-F238E27FC236}">
                <a16:creationId xmlns:a16="http://schemas.microsoft.com/office/drawing/2014/main" id="{676226BA-5ECB-A457-B40A-526319B4A54D}"/>
              </a:ext>
            </a:extLst>
          </p:cNvPr>
          <p:cNvPicPr>
            <a:picLocks noChangeAspect="1"/>
          </p:cNvPicPr>
          <p:nvPr/>
        </p:nvPicPr>
        <p:blipFill>
          <a:blip r:embed="rId3"/>
          <a:stretch>
            <a:fillRect/>
          </a:stretch>
        </p:blipFill>
        <p:spPr>
          <a:xfrm>
            <a:off x="7620000" y="0"/>
            <a:ext cx="4572000" cy="6858000"/>
          </a:xfrm>
          <a:prstGeom prst="rect">
            <a:avLst/>
          </a:prstGeom>
        </p:spPr>
      </p:pic>
    </p:spTree>
    <p:extLst>
      <p:ext uri="{BB962C8B-B14F-4D97-AF65-F5344CB8AC3E}">
        <p14:creationId xmlns:p14="http://schemas.microsoft.com/office/powerpoint/2010/main" val="4898320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25"/>
        </a:solidFill>
        <a:effectLst/>
      </p:bgPr>
    </p:bg>
    <p:spTree>
      <p:nvGrpSpPr>
        <p:cNvPr id="1" name=""/>
        <p:cNvGrpSpPr/>
        <p:nvPr/>
      </p:nvGrpSpPr>
      <p:grpSpPr>
        <a:xfrm>
          <a:off x="0" y="0"/>
          <a:ext cx="0" cy="0"/>
          <a:chOff x="0" y="0"/>
          <a:chExt cx="0" cy="0"/>
        </a:xfrm>
      </p:grpSpPr>
      <p:sp>
        <p:nvSpPr>
          <p:cNvPr id="26116" name="Rectangle 26115">
            <a:extLst>
              <a:ext uri="{FF2B5EF4-FFF2-40B4-BE49-F238E27FC236}">
                <a16:creationId xmlns:a16="http://schemas.microsoft.com/office/drawing/2014/main" id="{A1BB8980-F0AF-2638-901E-5009F3C8B769}"/>
              </a:ext>
            </a:extLst>
          </p:cNvPr>
          <p:cNvSpPr/>
          <p:nvPr/>
        </p:nvSpPr>
        <p:spPr>
          <a:xfrm>
            <a:off x="609600" y="236000"/>
            <a:ext cx="10972800" cy="2593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THE LANDSCAPE · 2025–2026</a:t>
            </a:r>
          </a:p>
        </p:txBody>
      </p:sp>
      <p:sp>
        <p:nvSpPr>
          <p:cNvPr id="26201" name="Rectangle 26200">
            <a:extLst>
              <a:ext uri="{FF2B5EF4-FFF2-40B4-BE49-F238E27FC236}">
                <a16:creationId xmlns:a16="http://schemas.microsoft.com/office/drawing/2014/main" id="{0715DCB3-F859-B4FA-21FD-F0BE09BEA3F4}"/>
              </a:ext>
            </a:extLst>
          </p:cNvPr>
          <p:cNvSpPr/>
          <p:nvPr/>
        </p:nvSpPr>
        <p:spPr>
          <a:xfrm>
            <a:off x="609600" y="495300"/>
            <a:ext cx="10972800"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Arial" panose="020B0604020202020204" pitchFamily="34" charset="0"/>
              </a:rPr>
              <a:t>One playbook, many doors: agentic attacks in the wild</a:t>
            </a:r>
          </a:p>
        </p:txBody>
      </p:sp>
      <p:sp>
        <p:nvSpPr>
          <p:cNvPr id="26287" name="Rectangle 26286">
            <a:extLst>
              <a:ext uri="{FF2B5EF4-FFF2-40B4-BE49-F238E27FC236}">
                <a16:creationId xmlns:a16="http://schemas.microsoft.com/office/drawing/2014/main" id="{AFB42F94-EB60-A78F-03F5-B1BC603642DB}"/>
              </a:ext>
            </a:extLst>
          </p:cNvPr>
          <p:cNvSpPr/>
          <p:nvPr/>
        </p:nvSpPr>
        <p:spPr>
          <a:xfrm>
            <a:off x="609600" y="1104900"/>
            <a:ext cx="10972800" cy="9525"/>
          </a:xfrm>
          <a:prstGeom prst="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74" name="Rectangle 26373">
            <a:extLst>
              <a:ext uri="{FF2B5EF4-FFF2-40B4-BE49-F238E27FC236}">
                <a16:creationId xmlns:a16="http://schemas.microsoft.com/office/drawing/2014/main" id="{B60AD5D0-7C06-A5B8-D9D6-57BCD887322F}"/>
              </a:ext>
            </a:extLst>
          </p:cNvPr>
          <p:cNvSpPr/>
          <p:nvPr/>
        </p:nvSpPr>
        <p:spPr>
          <a:xfrm>
            <a:off x="11100000" y="6400000"/>
            <a:ext cx="500000" cy="2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9FB3CC"/>
                </a:solidFill>
                <a:effectLst/>
                <a:latin typeface="Arial" panose="020B0604020202020204" pitchFamily="34" charset="0"/>
              </a:rPr>
              <a:t>04</a:t>
            </a:r>
          </a:p>
        </p:txBody>
      </p:sp>
      <p:sp>
        <p:nvSpPr>
          <p:cNvPr id="26462" name="Rectangle 26461">
            <a:extLst>
              <a:ext uri="{FF2B5EF4-FFF2-40B4-BE49-F238E27FC236}">
                <a16:creationId xmlns:a16="http://schemas.microsoft.com/office/drawing/2014/main" id="{7639A04B-9CAA-6818-C0FB-8568EB61F372}"/>
              </a:ext>
            </a:extLst>
          </p:cNvPr>
          <p:cNvSpPr/>
          <p:nvPr/>
        </p:nvSpPr>
        <p:spPr>
          <a:xfrm>
            <a:off x="609600" y="1400000"/>
            <a:ext cx="3500000" cy="205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51" name="Rectangle 26550">
            <a:extLst>
              <a:ext uri="{FF2B5EF4-FFF2-40B4-BE49-F238E27FC236}">
                <a16:creationId xmlns:a16="http://schemas.microsoft.com/office/drawing/2014/main" id="{4B8DC7F0-EA89-F62A-E4A4-24DDDF13CAA6}"/>
              </a:ext>
            </a:extLst>
          </p:cNvPr>
          <p:cNvSpPr/>
          <p:nvPr/>
        </p:nvSpPr>
        <p:spPr>
          <a:xfrm>
            <a:off x="829600" y="1570000"/>
            <a:ext cx="700000" cy="3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AEFF"/>
                </a:solidFill>
                <a:effectLst/>
                <a:latin typeface="Arial" panose="020B0604020202020204" pitchFamily="34" charset="0"/>
              </a:rPr>
              <a:t>01</a:t>
            </a:r>
          </a:p>
          <a:p>
            <a:pPr algn="l">
              <a:buNone/>
            </a:pPr>
            <a:r>
              <a:rPr lang="en-US" sz="100">
                <a:effectLst/>
              </a:rPr>
              <a:t> </a:t>
            </a:r>
            <a:endParaRPr lang="en-US"/>
          </a:p>
        </p:txBody>
      </p:sp>
      <p:sp>
        <p:nvSpPr>
          <p:cNvPr id="26641" name="Rectangle 26640">
            <a:extLst>
              <a:ext uri="{FF2B5EF4-FFF2-40B4-BE49-F238E27FC236}">
                <a16:creationId xmlns:a16="http://schemas.microsoft.com/office/drawing/2014/main" id="{71BECD89-A634-025A-1906-2AE81873F44B}"/>
              </a:ext>
            </a:extLst>
          </p:cNvPr>
          <p:cNvSpPr/>
          <p:nvPr/>
        </p:nvSpPr>
        <p:spPr>
          <a:xfrm>
            <a:off x="829600" y="1920000"/>
            <a:ext cx="306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Agentic ransomware</a:t>
            </a:r>
          </a:p>
        </p:txBody>
      </p:sp>
      <p:sp>
        <p:nvSpPr>
          <p:cNvPr id="26732" name="Rectangle 26731">
            <a:extLst>
              <a:ext uri="{FF2B5EF4-FFF2-40B4-BE49-F238E27FC236}">
                <a16:creationId xmlns:a16="http://schemas.microsoft.com/office/drawing/2014/main" id="{947D0DBE-6B6F-7AD9-9FDD-E79A5D377295}"/>
              </a:ext>
            </a:extLst>
          </p:cNvPr>
          <p:cNvSpPr/>
          <p:nvPr/>
        </p:nvSpPr>
        <p:spPr>
          <a:xfrm>
            <a:off x="829600" y="2350000"/>
            <a:ext cx="3060000" cy="9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JADEPUFFER: an LLM ran a full extortion operation end to end — 600+ payloads, self-correcting in 31 seconds. (Sysdig, Jul 2026)</a:t>
            </a:r>
          </a:p>
        </p:txBody>
      </p:sp>
      <p:sp>
        <p:nvSpPr>
          <p:cNvPr id="26824" name="Rectangle 26823">
            <a:extLst>
              <a:ext uri="{FF2B5EF4-FFF2-40B4-BE49-F238E27FC236}">
                <a16:creationId xmlns:a16="http://schemas.microsoft.com/office/drawing/2014/main" id="{BE9F00ED-F568-B87C-5D19-FDEDE6CCD652}"/>
              </a:ext>
            </a:extLst>
          </p:cNvPr>
          <p:cNvSpPr/>
          <p:nvPr/>
        </p:nvSpPr>
        <p:spPr>
          <a:xfrm>
            <a:off x="4346000" y="1400000"/>
            <a:ext cx="3500000" cy="205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17" name="Rectangle 26916">
            <a:extLst>
              <a:ext uri="{FF2B5EF4-FFF2-40B4-BE49-F238E27FC236}">
                <a16:creationId xmlns:a16="http://schemas.microsoft.com/office/drawing/2014/main" id="{207C5105-20D0-A389-C495-D8DCF83842DA}"/>
              </a:ext>
            </a:extLst>
          </p:cNvPr>
          <p:cNvSpPr/>
          <p:nvPr/>
        </p:nvSpPr>
        <p:spPr>
          <a:xfrm>
            <a:off x="4566000" y="1570000"/>
            <a:ext cx="700000" cy="3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AEFF"/>
                </a:solidFill>
                <a:effectLst/>
                <a:latin typeface="Arial" panose="020B0604020202020204" pitchFamily="34" charset="0"/>
              </a:rPr>
              <a:t>02</a:t>
            </a:r>
          </a:p>
          <a:p>
            <a:pPr algn="l">
              <a:buNone/>
            </a:pPr>
            <a:r>
              <a:rPr lang="en-US" sz="100">
                <a:effectLst/>
              </a:rPr>
              <a:t> </a:t>
            </a:r>
            <a:endParaRPr lang="en-US"/>
          </a:p>
        </p:txBody>
      </p:sp>
      <p:sp>
        <p:nvSpPr>
          <p:cNvPr id="27011" name="Rectangle 27010">
            <a:extLst>
              <a:ext uri="{FF2B5EF4-FFF2-40B4-BE49-F238E27FC236}">
                <a16:creationId xmlns:a16="http://schemas.microsoft.com/office/drawing/2014/main" id="{BAAF6024-FB60-943B-84B2-519C277A0177}"/>
              </a:ext>
            </a:extLst>
          </p:cNvPr>
          <p:cNvSpPr/>
          <p:nvPr/>
        </p:nvSpPr>
        <p:spPr>
          <a:xfrm>
            <a:off x="4566000" y="1920000"/>
            <a:ext cx="306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AI reaching for OT</a:t>
            </a:r>
          </a:p>
        </p:txBody>
      </p:sp>
      <p:sp>
        <p:nvSpPr>
          <p:cNvPr id="27106" name="Rectangle 27105">
            <a:extLst>
              <a:ext uri="{FF2B5EF4-FFF2-40B4-BE49-F238E27FC236}">
                <a16:creationId xmlns:a16="http://schemas.microsoft.com/office/drawing/2014/main" id="{686E7F13-3177-5708-B2DD-7F02A76FD40A}"/>
              </a:ext>
            </a:extLst>
          </p:cNvPr>
          <p:cNvSpPr/>
          <p:nvPr/>
        </p:nvSpPr>
        <p:spPr>
          <a:xfrm>
            <a:off x="4566000" y="2350000"/>
            <a:ext cx="3060000" cy="9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A water utility intrusion used AI to find the SCADA/IIoT gateway in hours and probe it — a near-miss on control systems. (Dragos, May 2026)</a:t>
            </a:r>
          </a:p>
        </p:txBody>
      </p:sp>
      <p:sp>
        <p:nvSpPr>
          <p:cNvPr id="27202" name="Rectangle 27201">
            <a:extLst>
              <a:ext uri="{FF2B5EF4-FFF2-40B4-BE49-F238E27FC236}">
                <a16:creationId xmlns:a16="http://schemas.microsoft.com/office/drawing/2014/main" id="{955996AA-86BE-F4EB-B106-8E2920E88CB0}"/>
              </a:ext>
            </a:extLst>
          </p:cNvPr>
          <p:cNvSpPr/>
          <p:nvPr/>
        </p:nvSpPr>
        <p:spPr>
          <a:xfrm>
            <a:off x="8082400" y="1400000"/>
            <a:ext cx="3500000" cy="205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99" name="Rectangle 27298">
            <a:extLst>
              <a:ext uri="{FF2B5EF4-FFF2-40B4-BE49-F238E27FC236}">
                <a16:creationId xmlns:a16="http://schemas.microsoft.com/office/drawing/2014/main" id="{E0B90B9C-24F3-DFBF-35D2-B7867ACB116D}"/>
              </a:ext>
            </a:extLst>
          </p:cNvPr>
          <p:cNvSpPr/>
          <p:nvPr/>
        </p:nvSpPr>
        <p:spPr>
          <a:xfrm>
            <a:off x="8302400" y="1570000"/>
            <a:ext cx="700000" cy="3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AEFF"/>
                </a:solidFill>
                <a:effectLst/>
                <a:latin typeface="Arial" panose="020B0604020202020204" pitchFamily="34" charset="0"/>
              </a:rPr>
              <a:t>03</a:t>
            </a:r>
          </a:p>
          <a:p>
            <a:pPr algn="l">
              <a:buNone/>
            </a:pPr>
            <a:r>
              <a:rPr lang="en-US" sz="100">
                <a:effectLst/>
              </a:rPr>
              <a:t> </a:t>
            </a:r>
            <a:endParaRPr lang="en-US"/>
          </a:p>
        </p:txBody>
      </p:sp>
      <p:sp>
        <p:nvSpPr>
          <p:cNvPr id="27397" name="Rectangle 27396">
            <a:extLst>
              <a:ext uri="{FF2B5EF4-FFF2-40B4-BE49-F238E27FC236}">
                <a16:creationId xmlns:a16="http://schemas.microsoft.com/office/drawing/2014/main" id="{C56FE364-2033-0027-EF0F-2D4F8C0CE833}"/>
              </a:ext>
            </a:extLst>
          </p:cNvPr>
          <p:cNvSpPr/>
          <p:nvPr/>
        </p:nvSpPr>
        <p:spPr>
          <a:xfrm>
            <a:off x="8302400" y="1920000"/>
            <a:ext cx="306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Your AI as attack infra</a:t>
            </a:r>
          </a:p>
        </p:txBody>
      </p:sp>
      <p:sp>
        <p:nvSpPr>
          <p:cNvPr id="27496" name="Rectangle 27495">
            <a:extLst>
              <a:ext uri="{FF2B5EF4-FFF2-40B4-BE49-F238E27FC236}">
                <a16:creationId xmlns:a16="http://schemas.microsoft.com/office/drawing/2014/main" id="{3279AD8A-1EDF-CC88-7EBB-8399E305E663}"/>
              </a:ext>
            </a:extLst>
          </p:cNvPr>
          <p:cNvSpPr/>
          <p:nvPr/>
        </p:nvSpPr>
        <p:spPr>
          <a:xfrm>
            <a:off x="8302400" y="2350000"/>
            <a:ext cx="3060000" cy="9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LLMjacking: stolen keys and exposed model servers now run the attack and bill you — over $100k/day observed. (CSA / Sysdig, Jun 2026)</a:t>
            </a:r>
          </a:p>
        </p:txBody>
      </p:sp>
      <p:sp>
        <p:nvSpPr>
          <p:cNvPr id="27596" name="Rectangle 27595">
            <a:extLst>
              <a:ext uri="{FF2B5EF4-FFF2-40B4-BE49-F238E27FC236}">
                <a16:creationId xmlns:a16="http://schemas.microsoft.com/office/drawing/2014/main" id="{D7B758A8-1915-76BE-D69C-238A58EE1AB3}"/>
              </a:ext>
            </a:extLst>
          </p:cNvPr>
          <p:cNvSpPr/>
          <p:nvPr/>
        </p:nvSpPr>
        <p:spPr>
          <a:xfrm>
            <a:off x="609600" y="3600000"/>
            <a:ext cx="3500000" cy="205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97" name="Rectangle 27696">
            <a:extLst>
              <a:ext uri="{FF2B5EF4-FFF2-40B4-BE49-F238E27FC236}">
                <a16:creationId xmlns:a16="http://schemas.microsoft.com/office/drawing/2014/main" id="{C8738587-DBBC-A675-9E08-C6D11A054985}"/>
              </a:ext>
            </a:extLst>
          </p:cNvPr>
          <p:cNvSpPr/>
          <p:nvPr/>
        </p:nvSpPr>
        <p:spPr>
          <a:xfrm>
            <a:off x="829600" y="3770000"/>
            <a:ext cx="700000" cy="3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AEFF"/>
                </a:solidFill>
                <a:effectLst/>
                <a:latin typeface="Arial" panose="020B0604020202020204" pitchFamily="34" charset="0"/>
              </a:rPr>
              <a:t>04</a:t>
            </a:r>
          </a:p>
          <a:p>
            <a:pPr algn="l">
              <a:buNone/>
            </a:pPr>
            <a:r>
              <a:rPr lang="en-US" sz="100">
                <a:effectLst/>
              </a:rPr>
              <a:t> </a:t>
            </a:r>
            <a:endParaRPr lang="en-US"/>
          </a:p>
        </p:txBody>
      </p:sp>
      <p:sp>
        <p:nvSpPr>
          <p:cNvPr id="27799" name="Rectangle 27798">
            <a:extLst>
              <a:ext uri="{FF2B5EF4-FFF2-40B4-BE49-F238E27FC236}">
                <a16:creationId xmlns:a16="http://schemas.microsoft.com/office/drawing/2014/main" id="{F44A1352-4C68-2C35-704C-A211C2E93D42}"/>
              </a:ext>
            </a:extLst>
          </p:cNvPr>
          <p:cNvSpPr/>
          <p:nvPr/>
        </p:nvSpPr>
        <p:spPr>
          <a:xfrm>
            <a:off x="829600" y="4120000"/>
            <a:ext cx="306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Deepfake deception</a:t>
            </a:r>
          </a:p>
        </p:txBody>
      </p:sp>
      <p:sp>
        <p:nvSpPr>
          <p:cNvPr id="27902" name="Rectangle 27901">
            <a:extLst>
              <a:ext uri="{FF2B5EF4-FFF2-40B4-BE49-F238E27FC236}">
                <a16:creationId xmlns:a16="http://schemas.microsoft.com/office/drawing/2014/main" id="{FD01D285-AD5E-5A34-0DD6-C4529DB3DC34}"/>
              </a:ext>
            </a:extLst>
          </p:cNvPr>
          <p:cNvSpPr/>
          <p:nvPr/>
        </p:nvSpPr>
        <p:spPr>
          <a:xfrm>
            <a:off x="829600" y="4550000"/>
            <a:ext cx="3060000" cy="9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A deepfaked video call cost one firm US$25M; voice and video clones now target finance, IT and the help desk. (2024–2026)</a:t>
            </a:r>
          </a:p>
        </p:txBody>
      </p:sp>
      <p:sp>
        <p:nvSpPr>
          <p:cNvPr id="28006" name="Rectangle 28005">
            <a:extLst>
              <a:ext uri="{FF2B5EF4-FFF2-40B4-BE49-F238E27FC236}">
                <a16:creationId xmlns:a16="http://schemas.microsoft.com/office/drawing/2014/main" id="{1C3854FC-ECDC-8512-0744-01AA0C3CE69D}"/>
              </a:ext>
            </a:extLst>
          </p:cNvPr>
          <p:cNvSpPr/>
          <p:nvPr/>
        </p:nvSpPr>
        <p:spPr>
          <a:xfrm>
            <a:off x="4346000" y="3600000"/>
            <a:ext cx="3500000" cy="205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11" name="Rectangle 28110">
            <a:extLst>
              <a:ext uri="{FF2B5EF4-FFF2-40B4-BE49-F238E27FC236}">
                <a16:creationId xmlns:a16="http://schemas.microsoft.com/office/drawing/2014/main" id="{38B9E495-0714-AB0E-C571-19892AC966A6}"/>
              </a:ext>
            </a:extLst>
          </p:cNvPr>
          <p:cNvSpPr/>
          <p:nvPr/>
        </p:nvSpPr>
        <p:spPr>
          <a:xfrm>
            <a:off x="4566000" y="3770000"/>
            <a:ext cx="700000" cy="3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AEFF"/>
                </a:solidFill>
                <a:effectLst/>
                <a:latin typeface="Arial" panose="020B0604020202020204" pitchFamily="34" charset="0"/>
              </a:rPr>
              <a:t>05</a:t>
            </a:r>
          </a:p>
          <a:p>
            <a:pPr algn="l">
              <a:buNone/>
            </a:pPr>
            <a:r>
              <a:rPr lang="en-US" sz="100">
                <a:effectLst/>
              </a:rPr>
              <a:t> </a:t>
            </a:r>
            <a:endParaRPr lang="en-US"/>
          </a:p>
        </p:txBody>
      </p:sp>
      <p:sp>
        <p:nvSpPr>
          <p:cNvPr id="28217" name="Rectangle 28216">
            <a:extLst>
              <a:ext uri="{FF2B5EF4-FFF2-40B4-BE49-F238E27FC236}">
                <a16:creationId xmlns:a16="http://schemas.microsoft.com/office/drawing/2014/main" id="{E80890D6-9BE3-FE49-26FD-EB5B7ADC0F54}"/>
              </a:ext>
            </a:extLst>
          </p:cNvPr>
          <p:cNvSpPr/>
          <p:nvPr/>
        </p:nvSpPr>
        <p:spPr>
          <a:xfrm>
            <a:off x="4566000" y="4120000"/>
            <a:ext cx="306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Poisoning the defenders</a:t>
            </a:r>
          </a:p>
        </p:txBody>
      </p:sp>
      <p:sp>
        <p:nvSpPr>
          <p:cNvPr id="28324" name="Rectangle 28323">
            <a:extLst>
              <a:ext uri="{FF2B5EF4-FFF2-40B4-BE49-F238E27FC236}">
                <a16:creationId xmlns:a16="http://schemas.microsoft.com/office/drawing/2014/main" id="{C80F181D-F1A2-755E-EA6A-CF5750AC0257}"/>
              </a:ext>
            </a:extLst>
          </p:cNvPr>
          <p:cNvSpPr/>
          <p:nvPr/>
        </p:nvSpPr>
        <p:spPr>
          <a:xfrm>
            <a:off x="4566000" y="4550000"/>
            <a:ext cx="3060000" cy="9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Attackers now prompt-inject the SOC's own AI assistants with crafted log content, so your triage AI lies to you. (arXiv, 2026)</a:t>
            </a:r>
          </a:p>
        </p:txBody>
      </p:sp>
      <p:sp>
        <p:nvSpPr>
          <p:cNvPr id="28432" name="Rectangle 28431">
            <a:extLst>
              <a:ext uri="{FF2B5EF4-FFF2-40B4-BE49-F238E27FC236}">
                <a16:creationId xmlns:a16="http://schemas.microsoft.com/office/drawing/2014/main" id="{0F17151D-C26B-239A-78F7-553A8461A14C}"/>
              </a:ext>
            </a:extLst>
          </p:cNvPr>
          <p:cNvSpPr/>
          <p:nvPr/>
        </p:nvSpPr>
        <p:spPr>
          <a:xfrm>
            <a:off x="8082400" y="3600000"/>
            <a:ext cx="3500000" cy="205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41" name="Rectangle 28540">
            <a:extLst>
              <a:ext uri="{FF2B5EF4-FFF2-40B4-BE49-F238E27FC236}">
                <a16:creationId xmlns:a16="http://schemas.microsoft.com/office/drawing/2014/main" id="{14827FA9-6513-296E-8A98-65FA82086E0C}"/>
              </a:ext>
            </a:extLst>
          </p:cNvPr>
          <p:cNvSpPr/>
          <p:nvPr/>
        </p:nvSpPr>
        <p:spPr>
          <a:xfrm>
            <a:off x="8302400" y="3770000"/>
            <a:ext cx="700000" cy="3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AEFF"/>
                </a:solidFill>
                <a:effectLst/>
                <a:latin typeface="Arial" panose="020B0604020202020204" pitchFamily="34" charset="0"/>
              </a:rPr>
              <a:t>06</a:t>
            </a:r>
          </a:p>
          <a:p>
            <a:pPr algn="l">
              <a:buNone/>
            </a:pPr>
            <a:r>
              <a:rPr lang="en-US" sz="100">
                <a:effectLst/>
              </a:rPr>
              <a:t> </a:t>
            </a:r>
            <a:endParaRPr lang="en-US"/>
          </a:p>
        </p:txBody>
      </p:sp>
      <p:sp>
        <p:nvSpPr>
          <p:cNvPr id="28651" name="Rectangle 28650">
            <a:extLst>
              <a:ext uri="{FF2B5EF4-FFF2-40B4-BE49-F238E27FC236}">
                <a16:creationId xmlns:a16="http://schemas.microsoft.com/office/drawing/2014/main" id="{622E9377-8BE5-6CDF-05AC-4146CD60759E}"/>
              </a:ext>
            </a:extLst>
          </p:cNvPr>
          <p:cNvSpPr/>
          <p:nvPr/>
        </p:nvSpPr>
        <p:spPr>
          <a:xfrm>
            <a:off x="8302400" y="4120000"/>
            <a:ext cx="306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Synthetic insiders</a:t>
            </a:r>
          </a:p>
        </p:txBody>
      </p:sp>
      <p:sp>
        <p:nvSpPr>
          <p:cNvPr id="28762" name="Rectangle 28761">
            <a:extLst>
              <a:ext uri="{FF2B5EF4-FFF2-40B4-BE49-F238E27FC236}">
                <a16:creationId xmlns:a16="http://schemas.microsoft.com/office/drawing/2014/main" id="{6B8E32EB-CFD8-56D1-02FB-8D78EFB90046}"/>
              </a:ext>
            </a:extLst>
          </p:cNvPr>
          <p:cNvSpPr/>
          <p:nvPr/>
        </p:nvSpPr>
        <p:spPr>
          <a:xfrm>
            <a:off x="8302400" y="4550000"/>
            <a:ext cx="3060000" cy="9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DPRK 'ghost' workers use AI resumes and real-time deepfakes to get hired at ~100k-worker scale, then steal and extort. (CSA, Mar 2026)</a:t>
            </a:r>
          </a:p>
        </p:txBody>
      </p:sp>
      <p:sp>
        <p:nvSpPr>
          <p:cNvPr id="28874" name="Rectangle 28873">
            <a:extLst>
              <a:ext uri="{FF2B5EF4-FFF2-40B4-BE49-F238E27FC236}">
                <a16:creationId xmlns:a16="http://schemas.microsoft.com/office/drawing/2014/main" id="{9D934C19-C7CD-E73C-08BB-9A7ED590FE8E}"/>
              </a:ext>
            </a:extLst>
          </p:cNvPr>
          <p:cNvSpPr/>
          <p:nvPr/>
        </p:nvSpPr>
        <p:spPr>
          <a:xfrm>
            <a:off x="609600" y="5850000"/>
            <a:ext cx="9000000" cy="3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9FB3CC"/>
                </a:solidFill>
                <a:effectLst/>
                <a:latin typeface="Arial" panose="020B0604020202020204" pitchFamily="34" charset="0"/>
              </a:rPr>
              <a:t>The techniques aren't new. What's new in 2026: it's AI-vs-AI, it's reaching OT, and the rules on paying, reporting and insurance are moving under you.</a:t>
            </a:r>
          </a:p>
        </p:txBody>
      </p:sp>
    </p:spTree>
    <p:extLst>
      <p:ext uri="{BB962C8B-B14F-4D97-AF65-F5344CB8AC3E}">
        <p14:creationId xmlns:p14="http://schemas.microsoft.com/office/powerpoint/2010/main" val="5501717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25"/>
        </a:solidFill>
        <a:effectLst/>
      </p:bgPr>
    </p:bg>
    <p:spTree>
      <p:nvGrpSpPr>
        <p:cNvPr id="1" name=""/>
        <p:cNvGrpSpPr/>
        <p:nvPr/>
      </p:nvGrpSpPr>
      <p:grpSpPr>
        <a:xfrm>
          <a:off x="0" y="0"/>
          <a:ext cx="0" cy="0"/>
          <a:chOff x="0" y="0"/>
          <a:chExt cx="0" cy="0"/>
        </a:xfrm>
      </p:grpSpPr>
      <p:sp>
        <p:nvSpPr>
          <p:cNvPr id="213" name="Rectangle 212">
            <a:extLst>
              <a:ext uri="{FF2B5EF4-FFF2-40B4-BE49-F238E27FC236}">
                <a16:creationId xmlns:a16="http://schemas.microsoft.com/office/drawing/2014/main" id="{016656A6-7D06-EEFC-EA35-6F4E3261DDB4}"/>
              </a:ext>
            </a:extLst>
          </p:cNvPr>
          <p:cNvSpPr/>
          <p:nvPr/>
        </p:nvSpPr>
        <p:spPr>
          <a:xfrm>
            <a:off x="609600" y="236000"/>
            <a:ext cx="10972800" cy="2593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HUMAN VS AGENTIC</a:t>
            </a:r>
          </a:p>
          <a:p>
            <a:pPr algn="l">
              <a:buNone/>
            </a:pPr>
            <a:r>
              <a:rPr lang="en-US" sz="100">
                <a:effectLst/>
              </a:rPr>
              <a:t> </a:t>
            </a:r>
            <a:endParaRPr lang="en-US"/>
          </a:p>
        </p:txBody>
      </p:sp>
      <p:sp>
        <p:nvSpPr>
          <p:cNvPr id="231" name="Rectangle 230">
            <a:extLst>
              <a:ext uri="{FF2B5EF4-FFF2-40B4-BE49-F238E27FC236}">
                <a16:creationId xmlns:a16="http://schemas.microsoft.com/office/drawing/2014/main" id="{6A99E869-73BB-8A21-D492-655F8569F200}"/>
              </a:ext>
            </a:extLst>
          </p:cNvPr>
          <p:cNvSpPr/>
          <p:nvPr/>
        </p:nvSpPr>
        <p:spPr>
          <a:xfrm>
            <a:off x="609600" y="495300"/>
            <a:ext cx="10972800"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Arial" panose="020B0604020202020204" pitchFamily="34" charset="0"/>
              </a:rPr>
              <a:t>What changes when the attacker is an agent</a:t>
            </a:r>
          </a:p>
          <a:p>
            <a:pPr algn="l">
              <a:buNone/>
            </a:pPr>
            <a:r>
              <a:rPr lang="en-US" sz="100">
                <a:effectLst/>
              </a:rPr>
              <a:t> </a:t>
            </a:r>
            <a:endParaRPr lang="en-US"/>
          </a:p>
        </p:txBody>
      </p:sp>
      <p:sp>
        <p:nvSpPr>
          <p:cNvPr id="250" name="Rectangle 249">
            <a:extLst>
              <a:ext uri="{FF2B5EF4-FFF2-40B4-BE49-F238E27FC236}">
                <a16:creationId xmlns:a16="http://schemas.microsoft.com/office/drawing/2014/main" id="{96F44BB3-EA07-0209-8231-896208791B98}"/>
              </a:ext>
            </a:extLst>
          </p:cNvPr>
          <p:cNvSpPr/>
          <p:nvPr/>
        </p:nvSpPr>
        <p:spPr>
          <a:xfrm>
            <a:off x="609600" y="1104900"/>
            <a:ext cx="10972800" cy="9525"/>
          </a:xfrm>
          <a:prstGeom prst="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Rectangle 269">
            <a:extLst>
              <a:ext uri="{FF2B5EF4-FFF2-40B4-BE49-F238E27FC236}">
                <a16:creationId xmlns:a16="http://schemas.microsoft.com/office/drawing/2014/main" id="{AF60F74B-B215-1BD7-6F87-F3BFAF17F6FF}"/>
              </a:ext>
            </a:extLst>
          </p:cNvPr>
          <p:cNvSpPr/>
          <p:nvPr/>
        </p:nvSpPr>
        <p:spPr>
          <a:xfrm>
            <a:off x="11100000" y="6400000"/>
            <a:ext cx="500000" cy="2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9FB3CC"/>
                </a:solidFill>
                <a:effectLst/>
                <a:latin typeface="Arial" panose="020B0604020202020204" pitchFamily="34" charset="0"/>
              </a:rPr>
              <a:t>05</a:t>
            </a:r>
          </a:p>
        </p:txBody>
      </p:sp>
      <p:sp>
        <p:nvSpPr>
          <p:cNvPr id="291" name="Rectangle 290">
            <a:extLst>
              <a:ext uri="{FF2B5EF4-FFF2-40B4-BE49-F238E27FC236}">
                <a16:creationId xmlns:a16="http://schemas.microsoft.com/office/drawing/2014/main" id="{DFF31933-21E3-260E-EC3E-B410F71BF6EE}"/>
              </a:ext>
            </a:extLst>
          </p:cNvPr>
          <p:cNvSpPr/>
          <p:nvPr/>
        </p:nvSpPr>
        <p:spPr>
          <a:xfrm>
            <a:off x="3050000" y="1300000"/>
            <a:ext cx="4150000" cy="485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 name="Rectangle 312">
            <a:extLst>
              <a:ext uri="{FF2B5EF4-FFF2-40B4-BE49-F238E27FC236}">
                <a16:creationId xmlns:a16="http://schemas.microsoft.com/office/drawing/2014/main" id="{1FB95189-7819-9DE5-CECD-32A40BCD4B0E}"/>
              </a:ext>
            </a:extLst>
          </p:cNvPr>
          <p:cNvSpPr/>
          <p:nvPr/>
        </p:nvSpPr>
        <p:spPr>
          <a:xfrm>
            <a:off x="7350000" y="1300000"/>
            <a:ext cx="4232400" cy="4850000"/>
          </a:xfrm>
          <a:prstGeom prst="rect">
            <a:avLst/>
          </a:prstGeom>
          <a:solidFill>
            <a:srgbClr val="0A1B3A"/>
          </a:solidFill>
          <a:ln w="1905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 name="Rectangle 335">
            <a:extLst>
              <a:ext uri="{FF2B5EF4-FFF2-40B4-BE49-F238E27FC236}">
                <a16:creationId xmlns:a16="http://schemas.microsoft.com/office/drawing/2014/main" id="{5DFEE2E8-7D53-959E-7469-826F1EBABDAC}"/>
              </a:ext>
            </a:extLst>
          </p:cNvPr>
          <p:cNvSpPr/>
          <p:nvPr/>
        </p:nvSpPr>
        <p:spPr>
          <a:xfrm>
            <a:off x="3200000" y="1380000"/>
            <a:ext cx="385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HUMAN-OPERATED</a:t>
            </a:r>
          </a:p>
          <a:p>
            <a:pPr algn="l">
              <a:buNone/>
            </a:pPr>
            <a:r>
              <a:rPr lang="en-US" sz="100">
                <a:effectLst/>
              </a:rPr>
              <a:t> </a:t>
            </a:r>
            <a:endParaRPr lang="en-US"/>
          </a:p>
        </p:txBody>
      </p:sp>
      <p:sp>
        <p:nvSpPr>
          <p:cNvPr id="360" name="Rectangle 359">
            <a:extLst>
              <a:ext uri="{FF2B5EF4-FFF2-40B4-BE49-F238E27FC236}">
                <a16:creationId xmlns:a16="http://schemas.microsoft.com/office/drawing/2014/main" id="{CFE37B4F-4B33-5283-FC65-A8800A7A8BF4}"/>
              </a:ext>
            </a:extLst>
          </p:cNvPr>
          <p:cNvSpPr/>
          <p:nvPr/>
        </p:nvSpPr>
        <p:spPr>
          <a:xfrm>
            <a:off x="7500000" y="1380000"/>
            <a:ext cx="393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AGENT-LED · JADEPUFFER</a:t>
            </a:r>
          </a:p>
          <a:p>
            <a:pPr algn="l">
              <a:buNone/>
            </a:pPr>
            <a:r>
              <a:rPr lang="en-US" sz="100">
                <a:effectLst/>
              </a:rPr>
              <a:t> </a:t>
            </a:r>
            <a:endParaRPr lang="en-US"/>
          </a:p>
        </p:txBody>
      </p:sp>
      <p:sp>
        <p:nvSpPr>
          <p:cNvPr id="385" name="Rectangle 384">
            <a:extLst>
              <a:ext uri="{FF2B5EF4-FFF2-40B4-BE49-F238E27FC236}">
                <a16:creationId xmlns:a16="http://schemas.microsoft.com/office/drawing/2014/main" id="{909AB293-F080-B886-35C5-FEA295210BD4}"/>
              </a:ext>
            </a:extLst>
          </p:cNvPr>
          <p:cNvSpPr/>
          <p:nvPr/>
        </p:nvSpPr>
        <p:spPr>
          <a:xfrm>
            <a:off x="609600" y="1890000"/>
            <a:ext cx="2300000" cy="4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TEMPO</a:t>
            </a:r>
          </a:p>
          <a:p>
            <a:pPr algn="l">
              <a:buNone/>
            </a:pPr>
            <a:r>
              <a:rPr lang="en-US" sz="100">
                <a:effectLst/>
              </a:rPr>
              <a:t> </a:t>
            </a:r>
            <a:endParaRPr lang="en-US"/>
          </a:p>
        </p:txBody>
      </p:sp>
      <p:sp>
        <p:nvSpPr>
          <p:cNvPr id="411" name="Rectangle 410">
            <a:extLst>
              <a:ext uri="{FF2B5EF4-FFF2-40B4-BE49-F238E27FC236}">
                <a16:creationId xmlns:a16="http://schemas.microsoft.com/office/drawing/2014/main" id="{C744F396-7C23-D5DE-2742-3DD27F90D090}"/>
              </a:ext>
            </a:extLst>
          </p:cNvPr>
          <p:cNvSpPr/>
          <p:nvPr/>
        </p:nvSpPr>
        <p:spPr>
          <a:xfrm>
            <a:off x="3200000" y="1760000"/>
            <a:ext cx="3850000" cy="6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Hours to days between stages</a:t>
            </a:r>
          </a:p>
          <a:p>
            <a:pPr algn="l">
              <a:buNone/>
            </a:pPr>
            <a:r>
              <a:rPr lang="en-US" sz="100">
                <a:effectLst/>
              </a:rPr>
              <a:t> </a:t>
            </a:r>
            <a:endParaRPr lang="en-US"/>
          </a:p>
        </p:txBody>
      </p:sp>
      <p:sp>
        <p:nvSpPr>
          <p:cNvPr id="438" name="Rectangle 437">
            <a:extLst>
              <a:ext uri="{FF2B5EF4-FFF2-40B4-BE49-F238E27FC236}">
                <a16:creationId xmlns:a16="http://schemas.microsoft.com/office/drawing/2014/main" id="{339F0549-03F0-464F-B4A5-A48CA6DD84E4}"/>
              </a:ext>
            </a:extLst>
          </p:cNvPr>
          <p:cNvSpPr/>
          <p:nvPr/>
        </p:nvSpPr>
        <p:spPr>
          <a:xfrm>
            <a:off x="7500000" y="1760000"/>
            <a:ext cx="3930000" cy="6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FFFFFF"/>
                </a:solidFill>
                <a:effectLst/>
                <a:latin typeface="Arial" panose="020B0604020202020204" pitchFamily="34" charset="0"/>
              </a:rPr>
              <a:t>Seconds: 31s from failed login to fix</a:t>
            </a:r>
          </a:p>
          <a:p>
            <a:pPr algn="l">
              <a:buNone/>
            </a:pPr>
            <a:r>
              <a:rPr lang="en-US" sz="100">
                <a:effectLst/>
              </a:rPr>
              <a:t> </a:t>
            </a:r>
            <a:endParaRPr lang="en-US"/>
          </a:p>
        </p:txBody>
      </p:sp>
      <p:sp>
        <p:nvSpPr>
          <p:cNvPr id="466" name="Rectangle 465">
            <a:extLst>
              <a:ext uri="{FF2B5EF4-FFF2-40B4-BE49-F238E27FC236}">
                <a16:creationId xmlns:a16="http://schemas.microsoft.com/office/drawing/2014/main" id="{20A27A55-3DF0-DC62-2004-42BBD785165B}"/>
              </a:ext>
            </a:extLst>
          </p:cNvPr>
          <p:cNvSpPr/>
          <p:nvPr/>
        </p:nvSpPr>
        <p:spPr>
          <a:xfrm>
            <a:off x="609600" y="2610000"/>
            <a:ext cx="2300000" cy="4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ADAPTATION</a:t>
            </a:r>
          </a:p>
          <a:p>
            <a:pPr algn="l">
              <a:buNone/>
            </a:pPr>
            <a:r>
              <a:rPr lang="en-US" sz="100">
                <a:effectLst/>
              </a:rPr>
              <a:t> </a:t>
            </a:r>
            <a:endParaRPr lang="en-US"/>
          </a:p>
        </p:txBody>
      </p:sp>
      <p:sp>
        <p:nvSpPr>
          <p:cNvPr id="495" name="Rectangle 494">
            <a:extLst>
              <a:ext uri="{FF2B5EF4-FFF2-40B4-BE49-F238E27FC236}">
                <a16:creationId xmlns:a16="http://schemas.microsoft.com/office/drawing/2014/main" id="{2535350B-0B74-FC8D-EE1F-48DE56CAE7AF}"/>
              </a:ext>
            </a:extLst>
          </p:cNvPr>
          <p:cNvSpPr/>
          <p:nvPr/>
        </p:nvSpPr>
        <p:spPr>
          <a:xfrm>
            <a:off x="3200000" y="2480000"/>
            <a:ext cx="3850000" cy="6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Operator reads errors, rewrites tooling</a:t>
            </a:r>
          </a:p>
          <a:p>
            <a:pPr algn="l">
              <a:buNone/>
            </a:pPr>
            <a:r>
              <a:rPr lang="en-US" sz="100">
                <a:effectLst/>
              </a:rPr>
              <a:t> </a:t>
            </a:r>
            <a:endParaRPr lang="en-US"/>
          </a:p>
        </p:txBody>
      </p:sp>
      <p:sp>
        <p:nvSpPr>
          <p:cNvPr id="525" name="Rectangle 524">
            <a:extLst>
              <a:ext uri="{FF2B5EF4-FFF2-40B4-BE49-F238E27FC236}">
                <a16:creationId xmlns:a16="http://schemas.microsoft.com/office/drawing/2014/main" id="{4313F846-DE2F-1BF3-8844-1B0FF1FE37E7}"/>
              </a:ext>
            </a:extLst>
          </p:cNvPr>
          <p:cNvSpPr/>
          <p:nvPr/>
        </p:nvSpPr>
        <p:spPr>
          <a:xfrm>
            <a:off x="7500000" y="2480000"/>
            <a:ext cx="3930000" cy="6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FFFFFF"/>
                </a:solidFill>
                <a:effectLst/>
                <a:latin typeface="Arial" panose="020B0604020202020204" pitchFamily="34" charset="0"/>
              </a:rPr>
              <a:t>Diagnoses two causes in parallel, retries</a:t>
            </a:r>
          </a:p>
          <a:p>
            <a:pPr algn="l">
              <a:buNone/>
            </a:pPr>
            <a:r>
              <a:rPr lang="en-US" sz="100">
                <a:effectLst/>
              </a:rPr>
              <a:t> </a:t>
            </a:r>
            <a:endParaRPr lang="en-US"/>
          </a:p>
        </p:txBody>
      </p:sp>
      <p:sp>
        <p:nvSpPr>
          <p:cNvPr id="556" name="Rectangle 555">
            <a:extLst>
              <a:ext uri="{FF2B5EF4-FFF2-40B4-BE49-F238E27FC236}">
                <a16:creationId xmlns:a16="http://schemas.microsoft.com/office/drawing/2014/main" id="{80A06048-5F62-2CE1-641D-A43B3EFDCD77}"/>
              </a:ext>
            </a:extLst>
          </p:cNvPr>
          <p:cNvSpPr/>
          <p:nvPr/>
        </p:nvSpPr>
        <p:spPr>
          <a:xfrm>
            <a:off x="609600" y="3330000"/>
            <a:ext cx="2300000" cy="4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SKILL FLOOR</a:t>
            </a:r>
          </a:p>
          <a:p>
            <a:pPr algn="l">
              <a:buNone/>
            </a:pPr>
            <a:r>
              <a:rPr lang="en-US" sz="100">
                <a:effectLst/>
              </a:rPr>
              <a:t> </a:t>
            </a:r>
            <a:endParaRPr lang="en-US"/>
          </a:p>
        </p:txBody>
      </p:sp>
      <p:sp>
        <p:nvSpPr>
          <p:cNvPr id="588" name="Rectangle 587">
            <a:extLst>
              <a:ext uri="{FF2B5EF4-FFF2-40B4-BE49-F238E27FC236}">
                <a16:creationId xmlns:a16="http://schemas.microsoft.com/office/drawing/2014/main" id="{AF039A7F-383C-0EB1-336D-B0405359FB58}"/>
              </a:ext>
            </a:extLst>
          </p:cNvPr>
          <p:cNvSpPr/>
          <p:nvPr/>
        </p:nvSpPr>
        <p:spPr>
          <a:xfrm>
            <a:off x="3200000" y="3200000"/>
            <a:ext cx="3850000" cy="6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Specialist crews and affiliates</a:t>
            </a:r>
          </a:p>
          <a:p>
            <a:pPr algn="l">
              <a:buNone/>
            </a:pPr>
            <a:r>
              <a:rPr lang="en-US" sz="100">
                <a:effectLst/>
              </a:rPr>
              <a:t> </a:t>
            </a:r>
            <a:endParaRPr lang="en-US"/>
          </a:p>
        </p:txBody>
      </p:sp>
      <p:sp>
        <p:nvSpPr>
          <p:cNvPr id="621" name="Rectangle 620">
            <a:extLst>
              <a:ext uri="{FF2B5EF4-FFF2-40B4-BE49-F238E27FC236}">
                <a16:creationId xmlns:a16="http://schemas.microsoft.com/office/drawing/2014/main" id="{572763A9-0D8E-88C8-C341-F1CAA59694E6}"/>
              </a:ext>
            </a:extLst>
          </p:cNvPr>
          <p:cNvSpPr/>
          <p:nvPr/>
        </p:nvSpPr>
        <p:spPr>
          <a:xfrm>
            <a:off x="7500000" y="3200000"/>
            <a:ext cx="3930000" cy="6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FFFFFF"/>
                </a:solidFill>
                <a:effectLst/>
                <a:latin typeface="Arial" panose="020B0604020202020204" pitchFamily="34" charset="0"/>
              </a:rPr>
              <a:t>Whatever it costs to run an agent</a:t>
            </a:r>
          </a:p>
          <a:p>
            <a:pPr algn="l">
              <a:buNone/>
            </a:pPr>
            <a:r>
              <a:rPr lang="en-US" sz="100">
                <a:effectLst/>
              </a:rPr>
              <a:t> </a:t>
            </a:r>
            <a:endParaRPr lang="en-US"/>
          </a:p>
        </p:txBody>
      </p:sp>
      <p:sp>
        <p:nvSpPr>
          <p:cNvPr id="655" name="Rectangle 654">
            <a:extLst>
              <a:ext uri="{FF2B5EF4-FFF2-40B4-BE49-F238E27FC236}">
                <a16:creationId xmlns:a16="http://schemas.microsoft.com/office/drawing/2014/main" id="{B6A38C21-0E33-4740-A4E3-3CB13EF5C030}"/>
              </a:ext>
            </a:extLst>
          </p:cNvPr>
          <p:cNvSpPr/>
          <p:nvPr/>
        </p:nvSpPr>
        <p:spPr>
          <a:xfrm>
            <a:off x="609600" y="4050000"/>
            <a:ext cx="2300000" cy="4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FOOTPRINT</a:t>
            </a:r>
          </a:p>
          <a:p>
            <a:pPr algn="l">
              <a:buNone/>
            </a:pPr>
            <a:r>
              <a:rPr lang="en-US" sz="100">
                <a:effectLst/>
              </a:rPr>
              <a:t> </a:t>
            </a:r>
            <a:endParaRPr lang="en-US"/>
          </a:p>
        </p:txBody>
      </p:sp>
      <p:sp>
        <p:nvSpPr>
          <p:cNvPr id="690" name="Rectangle 689">
            <a:extLst>
              <a:ext uri="{FF2B5EF4-FFF2-40B4-BE49-F238E27FC236}">
                <a16:creationId xmlns:a16="http://schemas.microsoft.com/office/drawing/2014/main" id="{2AF3B7F1-03ED-F2BC-D1F9-CB4144C7CD19}"/>
              </a:ext>
            </a:extLst>
          </p:cNvPr>
          <p:cNvSpPr/>
          <p:nvPr/>
        </p:nvSpPr>
        <p:spPr>
          <a:xfrm>
            <a:off x="3200000" y="3920000"/>
            <a:ext cx="3850000" cy="6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Terse, reused tooling</a:t>
            </a:r>
          </a:p>
          <a:p>
            <a:pPr algn="l">
              <a:buNone/>
            </a:pPr>
            <a:r>
              <a:rPr lang="en-US" sz="100">
                <a:effectLst/>
              </a:rPr>
              <a:t> </a:t>
            </a:r>
            <a:endParaRPr lang="en-US"/>
          </a:p>
        </p:txBody>
      </p:sp>
      <p:sp>
        <p:nvSpPr>
          <p:cNvPr id="726" name="Rectangle 725">
            <a:extLst>
              <a:ext uri="{FF2B5EF4-FFF2-40B4-BE49-F238E27FC236}">
                <a16:creationId xmlns:a16="http://schemas.microsoft.com/office/drawing/2014/main" id="{A32EDC47-7303-2AEB-64EC-F86E99DEB13C}"/>
              </a:ext>
            </a:extLst>
          </p:cNvPr>
          <p:cNvSpPr/>
          <p:nvPr/>
        </p:nvSpPr>
        <p:spPr>
          <a:xfrm>
            <a:off x="7500000" y="3920000"/>
            <a:ext cx="3930000" cy="6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FFFFFF"/>
                </a:solidFill>
                <a:effectLst/>
                <a:latin typeface="Arial" panose="020B0604020202020204" pitchFamily="34" charset="0"/>
              </a:rPr>
              <a:t>Self-narrating code that states its intent</a:t>
            </a:r>
          </a:p>
          <a:p>
            <a:pPr algn="l">
              <a:buNone/>
            </a:pPr>
            <a:r>
              <a:rPr lang="en-US" sz="100">
                <a:effectLst/>
              </a:rPr>
              <a:t> </a:t>
            </a:r>
            <a:endParaRPr lang="en-US"/>
          </a:p>
        </p:txBody>
      </p:sp>
      <p:sp>
        <p:nvSpPr>
          <p:cNvPr id="763" name="Rectangle 762">
            <a:extLst>
              <a:ext uri="{FF2B5EF4-FFF2-40B4-BE49-F238E27FC236}">
                <a16:creationId xmlns:a16="http://schemas.microsoft.com/office/drawing/2014/main" id="{F12A0127-1F47-231D-F62F-A9F1B668F16F}"/>
              </a:ext>
            </a:extLst>
          </p:cNvPr>
          <p:cNvSpPr/>
          <p:nvPr/>
        </p:nvSpPr>
        <p:spPr>
          <a:xfrm>
            <a:off x="609600" y="4770000"/>
            <a:ext cx="2300000" cy="4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NEGOTIATION</a:t>
            </a:r>
          </a:p>
          <a:p>
            <a:pPr algn="l">
              <a:buNone/>
            </a:pPr>
            <a:r>
              <a:rPr lang="en-US" sz="100">
                <a:effectLst/>
              </a:rPr>
              <a:t> </a:t>
            </a:r>
            <a:endParaRPr lang="en-US"/>
          </a:p>
        </p:txBody>
      </p:sp>
      <p:sp>
        <p:nvSpPr>
          <p:cNvPr id="801" name="Rectangle 800">
            <a:extLst>
              <a:ext uri="{FF2B5EF4-FFF2-40B4-BE49-F238E27FC236}">
                <a16:creationId xmlns:a16="http://schemas.microsoft.com/office/drawing/2014/main" id="{B0629035-C404-527D-8979-059E1EF7D9EC}"/>
              </a:ext>
            </a:extLst>
          </p:cNvPr>
          <p:cNvSpPr/>
          <p:nvPr/>
        </p:nvSpPr>
        <p:spPr>
          <a:xfrm>
            <a:off x="3200000" y="4640000"/>
            <a:ext cx="3850000" cy="6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Human brokers; reputation matters</a:t>
            </a:r>
          </a:p>
          <a:p>
            <a:pPr algn="l">
              <a:buNone/>
            </a:pPr>
            <a:r>
              <a:rPr lang="en-US" sz="100">
                <a:effectLst/>
              </a:rPr>
              <a:t> </a:t>
            </a:r>
            <a:endParaRPr lang="en-US"/>
          </a:p>
        </p:txBody>
      </p:sp>
      <p:sp>
        <p:nvSpPr>
          <p:cNvPr id="840" name="Rectangle 839">
            <a:extLst>
              <a:ext uri="{FF2B5EF4-FFF2-40B4-BE49-F238E27FC236}">
                <a16:creationId xmlns:a16="http://schemas.microsoft.com/office/drawing/2014/main" id="{BF52376B-EA85-22A5-A8C2-00B80A9FF86C}"/>
              </a:ext>
            </a:extLst>
          </p:cNvPr>
          <p:cNvSpPr/>
          <p:nvPr/>
        </p:nvSpPr>
        <p:spPr>
          <a:xfrm>
            <a:off x="7500000" y="4640000"/>
            <a:ext cx="3930000" cy="6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FFFFFF"/>
                </a:solidFill>
                <a:effectLst/>
                <a:latin typeface="Arial" panose="020B0604020202020204" pitchFamily="34" charset="0"/>
              </a:rPr>
              <a:t>Instant, tireless, may hallucinate facts</a:t>
            </a:r>
          </a:p>
          <a:p>
            <a:pPr algn="l">
              <a:buNone/>
            </a:pPr>
            <a:r>
              <a:rPr lang="en-US" sz="100">
                <a:effectLst/>
              </a:rPr>
              <a:t> </a:t>
            </a:r>
            <a:endParaRPr lang="en-US"/>
          </a:p>
        </p:txBody>
      </p:sp>
      <p:sp>
        <p:nvSpPr>
          <p:cNvPr id="880" name="Rectangle 879">
            <a:extLst>
              <a:ext uri="{FF2B5EF4-FFF2-40B4-BE49-F238E27FC236}">
                <a16:creationId xmlns:a16="http://schemas.microsoft.com/office/drawing/2014/main" id="{03554898-2A9F-6062-0461-786CBBF40C03}"/>
              </a:ext>
            </a:extLst>
          </p:cNvPr>
          <p:cNvSpPr/>
          <p:nvPr/>
        </p:nvSpPr>
        <p:spPr>
          <a:xfrm>
            <a:off x="609600" y="5490000"/>
            <a:ext cx="2300000" cy="4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RECOVERY</a:t>
            </a:r>
          </a:p>
          <a:p>
            <a:pPr algn="l">
              <a:buNone/>
            </a:pPr>
            <a:r>
              <a:rPr lang="en-US" sz="100">
                <a:effectLst/>
              </a:rPr>
              <a:t> </a:t>
            </a:r>
            <a:endParaRPr lang="en-US"/>
          </a:p>
        </p:txBody>
      </p:sp>
      <p:sp>
        <p:nvSpPr>
          <p:cNvPr id="921" name="Rectangle 920">
            <a:extLst>
              <a:ext uri="{FF2B5EF4-FFF2-40B4-BE49-F238E27FC236}">
                <a16:creationId xmlns:a16="http://schemas.microsoft.com/office/drawing/2014/main" id="{AD3A49C1-258A-937E-B847-739D29CD3ED1}"/>
              </a:ext>
            </a:extLst>
          </p:cNvPr>
          <p:cNvSpPr/>
          <p:nvPr/>
        </p:nvSpPr>
        <p:spPr>
          <a:xfrm>
            <a:off x="3200000" y="5360000"/>
            <a:ext cx="3850000" cy="6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Pay-for-key economics</a:t>
            </a:r>
          </a:p>
          <a:p>
            <a:pPr algn="l">
              <a:buNone/>
            </a:pPr>
            <a:r>
              <a:rPr lang="en-US" sz="100">
                <a:effectLst/>
              </a:rPr>
              <a:t> </a:t>
            </a:r>
            <a:endParaRPr lang="en-US"/>
          </a:p>
        </p:txBody>
      </p:sp>
      <p:sp>
        <p:nvSpPr>
          <p:cNvPr id="963" name="Rectangle 962">
            <a:extLst>
              <a:ext uri="{FF2B5EF4-FFF2-40B4-BE49-F238E27FC236}">
                <a16:creationId xmlns:a16="http://schemas.microsoft.com/office/drawing/2014/main" id="{2D82BE78-C878-EFF5-6E8E-6946CDBC3F25}"/>
              </a:ext>
            </a:extLst>
          </p:cNvPr>
          <p:cNvSpPr/>
          <p:nvPr/>
        </p:nvSpPr>
        <p:spPr>
          <a:xfrm>
            <a:off x="7500000" y="5360000"/>
            <a:ext cx="3930000" cy="6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FFFFFF"/>
                </a:solidFill>
                <a:effectLst/>
                <a:latin typeface="Arial" panose="020B0604020202020204" pitchFamily="34" charset="0"/>
              </a:rPr>
              <a:t>Key may never exist: destruction over extortion</a:t>
            </a:r>
          </a:p>
          <a:p>
            <a:pPr algn="l">
              <a:buNone/>
            </a:pPr>
            <a:r>
              <a:rPr lang="en-US" sz="100">
                <a:effectLst/>
              </a:rPr>
              <a:t> </a:t>
            </a:r>
            <a:endParaRPr lang="en-US"/>
          </a:p>
        </p:txBody>
      </p:sp>
    </p:spTree>
    <p:extLst>
      <p:ext uri="{BB962C8B-B14F-4D97-AF65-F5344CB8AC3E}">
        <p14:creationId xmlns:p14="http://schemas.microsoft.com/office/powerpoint/2010/main" val="19080388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25"/>
        </a:solidFill>
        <a:effectLst/>
      </p:bgPr>
    </p:bg>
    <p:spTree>
      <p:nvGrpSpPr>
        <p:cNvPr id="1" name=""/>
        <p:cNvGrpSpPr/>
        <p:nvPr/>
      </p:nvGrpSpPr>
      <p:grpSpPr>
        <a:xfrm>
          <a:off x="0" y="0"/>
          <a:ext cx="0" cy="0"/>
          <a:chOff x="0" y="0"/>
          <a:chExt cx="0" cy="0"/>
        </a:xfrm>
      </p:grpSpPr>
      <p:sp>
        <p:nvSpPr>
          <p:cNvPr id="22682" name="Rectangle 22681">
            <a:extLst>
              <a:ext uri="{FF2B5EF4-FFF2-40B4-BE49-F238E27FC236}">
                <a16:creationId xmlns:a16="http://schemas.microsoft.com/office/drawing/2014/main" id="{A88D7799-79EB-5CB4-E1D0-BC8ED03E049F}"/>
              </a:ext>
            </a:extLst>
          </p:cNvPr>
          <p:cNvSpPr/>
          <p:nvPr/>
        </p:nvSpPr>
        <p:spPr>
          <a:xfrm>
            <a:off x="609600" y="236000"/>
            <a:ext cx="10972800" cy="2593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SETTING THE SCENE</a:t>
            </a:r>
          </a:p>
          <a:p>
            <a:pPr algn="l">
              <a:buNone/>
            </a:pPr>
            <a:r>
              <a:rPr lang="en-US" sz="100">
                <a:effectLst/>
              </a:rPr>
              <a:t> </a:t>
            </a:r>
            <a:endParaRPr lang="en-US"/>
          </a:p>
        </p:txBody>
      </p:sp>
      <p:sp>
        <p:nvSpPr>
          <p:cNvPr id="22699" name="Rectangle 22698">
            <a:extLst>
              <a:ext uri="{FF2B5EF4-FFF2-40B4-BE49-F238E27FC236}">
                <a16:creationId xmlns:a16="http://schemas.microsoft.com/office/drawing/2014/main" id="{DDECDA17-BD14-BB6B-80DB-C508F534502F}"/>
              </a:ext>
            </a:extLst>
          </p:cNvPr>
          <p:cNvSpPr/>
          <p:nvPr/>
        </p:nvSpPr>
        <p:spPr>
          <a:xfrm>
            <a:off x="609600" y="495300"/>
            <a:ext cx="10972800"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Arial" panose="020B0604020202020204" pitchFamily="34" charset="0"/>
              </a:rPr>
              <a:t>A manageable incident needs three things</a:t>
            </a:r>
          </a:p>
          <a:p>
            <a:pPr algn="l">
              <a:buNone/>
            </a:pPr>
            <a:r>
              <a:rPr lang="en-US" sz="100">
                <a:effectLst/>
              </a:rPr>
              <a:t> </a:t>
            </a:r>
            <a:endParaRPr lang="en-US"/>
          </a:p>
        </p:txBody>
      </p:sp>
      <p:sp>
        <p:nvSpPr>
          <p:cNvPr id="22717" name="Rectangle 22716">
            <a:extLst>
              <a:ext uri="{FF2B5EF4-FFF2-40B4-BE49-F238E27FC236}">
                <a16:creationId xmlns:a16="http://schemas.microsoft.com/office/drawing/2014/main" id="{289F6C0A-849E-278C-FEBF-364CFAE85B03}"/>
              </a:ext>
            </a:extLst>
          </p:cNvPr>
          <p:cNvSpPr/>
          <p:nvPr/>
        </p:nvSpPr>
        <p:spPr>
          <a:xfrm>
            <a:off x="609600" y="1104900"/>
            <a:ext cx="10972800" cy="9525"/>
          </a:xfrm>
          <a:prstGeom prst="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36" name="Rectangle 22735">
            <a:extLst>
              <a:ext uri="{FF2B5EF4-FFF2-40B4-BE49-F238E27FC236}">
                <a16:creationId xmlns:a16="http://schemas.microsoft.com/office/drawing/2014/main" id="{E6B6CB1A-8DC5-42CA-9252-FDEC6D76E4EF}"/>
              </a:ext>
            </a:extLst>
          </p:cNvPr>
          <p:cNvSpPr/>
          <p:nvPr/>
        </p:nvSpPr>
        <p:spPr>
          <a:xfrm>
            <a:off x="11100000" y="6400000"/>
            <a:ext cx="500000" cy="2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9FB3CC"/>
                </a:solidFill>
                <a:effectLst/>
                <a:latin typeface="Arial" panose="020B0604020202020204" pitchFamily="34" charset="0"/>
              </a:rPr>
              <a:t>06</a:t>
            </a:r>
          </a:p>
        </p:txBody>
      </p:sp>
      <p:sp>
        <p:nvSpPr>
          <p:cNvPr id="22756" name="Rectangle 22755">
            <a:extLst>
              <a:ext uri="{FF2B5EF4-FFF2-40B4-BE49-F238E27FC236}">
                <a16:creationId xmlns:a16="http://schemas.microsoft.com/office/drawing/2014/main" id="{605D61BE-AB75-8F75-F7D6-A248B5B5C589}"/>
              </a:ext>
            </a:extLst>
          </p:cNvPr>
          <p:cNvSpPr/>
          <p:nvPr/>
        </p:nvSpPr>
        <p:spPr>
          <a:xfrm>
            <a:off x="609600" y="1400000"/>
            <a:ext cx="10972800" cy="105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77" name="Rectangle 22776">
            <a:extLst>
              <a:ext uri="{FF2B5EF4-FFF2-40B4-BE49-F238E27FC236}">
                <a16:creationId xmlns:a16="http://schemas.microsoft.com/office/drawing/2014/main" id="{8D03C6E2-1B3E-D854-D416-F8808F7418D3}"/>
              </a:ext>
            </a:extLst>
          </p:cNvPr>
          <p:cNvSpPr/>
          <p:nvPr/>
        </p:nvSpPr>
        <p:spPr>
          <a:xfrm>
            <a:off x="850000" y="1700000"/>
            <a:ext cx="2100000" cy="4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spc="100">
                <a:solidFill>
                  <a:srgbClr val="78DCFF"/>
                </a:solidFill>
                <a:effectLst/>
                <a:latin typeface="Arial" panose="020B0604020202020204" pitchFamily="34" charset="0"/>
              </a:rPr>
              <a:t>OBSERVE</a:t>
            </a:r>
          </a:p>
          <a:p>
            <a:pPr algn="l">
              <a:buNone/>
            </a:pPr>
            <a:r>
              <a:rPr lang="en-US" sz="100">
                <a:effectLst/>
              </a:rPr>
              <a:t> </a:t>
            </a:r>
            <a:endParaRPr lang="en-US"/>
          </a:p>
        </p:txBody>
      </p:sp>
      <p:sp>
        <p:nvSpPr>
          <p:cNvPr id="22799" name="Rectangle 22798">
            <a:extLst>
              <a:ext uri="{FF2B5EF4-FFF2-40B4-BE49-F238E27FC236}">
                <a16:creationId xmlns:a16="http://schemas.microsoft.com/office/drawing/2014/main" id="{FD8CF464-FB75-3B58-F1B9-D4FC77DF1EB2}"/>
              </a:ext>
            </a:extLst>
          </p:cNvPr>
          <p:cNvSpPr/>
          <p:nvPr/>
        </p:nvSpPr>
        <p:spPr>
          <a:xfrm>
            <a:off x="3000000" y="1525000"/>
            <a:ext cx="420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Arial" panose="020B0604020202020204" pitchFamily="34" charset="0"/>
              </a:rPr>
              <a:t>See what the agent did: identities, commands and data paths.</a:t>
            </a:r>
          </a:p>
          <a:p>
            <a:pPr algn="l">
              <a:buNone/>
            </a:pPr>
            <a:r>
              <a:rPr lang="en-US" sz="100">
                <a:effectLst/>
              </a:rPr>
              <a:t> </a:t>
            </a:r>
            <a:endParaRPr lang="en-US"/>
          </a:p>
        </p:txBody>
      </p:sp>
      <p:sp>
        <p:nvSpPr>
          <p:cNvPr id="22822" name="Rectangle 22821">
            <a:extLst>
              <a:ext uri="{FF2B5EF4-FFF2-40B4-BE49-F238E27FC236}">
                <a16:creationId xmlns:a16="http://schemas.microsoft.com/office/drawing/2014/main" id="{772C4955-6121-820F-D32A-342DB1867CAA}"/>
              </a:ext>
            </a:extLst>
          </p:cNvPr>
          <p:cNvSpPr/>
          <p:nvPr/>
        </p:nvSpPr>
        <p:spPr>
          <a:xfrm>
            <a:off x="7450000" y="1525000"/>
            <a:ext cx="39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D5E1F0"/>
                </a:solidFill>
                <a:effectLst/>
                <a:latin typeface="Arial" panose="020B0604020202020204" pitchFamily="34" charset="0"/>
              </a:rPr>
              <a:t>Ask: Would we spot 600 commands in 40 minutes?</a:t>
            </a:r>
          </a:p>
          <a:p>
            <a:pPr algn="l">
              <a:buNone/>
            </a:pPr>
            <a:r>
              <a:rPr lang="en-US" sz="100">
                <a:effectLst/>
              </a:rPr>
              <a:t> </a:t>
            </a:r>
            <a:endParaRPr lang="en-US"/>
          </a:p>
        </p:txBody>
      </p:sp>
      <p:sp>
        <p:nvSpPr>
          <p:cNvPr id="22846" name="Rectangle 22845">
            <a:extLst>
              <a:ext uri="{FF2B5EF4-FFF2-40B4-BE49-F238E27FC236}">
                <a16:creationId xmlns:a16="http://schemas.microsoft.com/office/drawing/2014/main" id="{9B18998F-518D-B352-6CC9-DCF4187FDA64}"/>
              </a:ext>
            </a:extLst>
          </p:cNvPr>
          <p:cNvSpPr/>
          <p:nvPr/>
        </p:nvSpPr>
        <p:spPr>
          <a:xfrm>
            <a:off x="609600" y="2600000"/>
            <a:ext cx="10972800" cy="105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71" name="Rectangle 22870">
            <a:extLst>
              <a:ext uri="{FF2B5EF4-FFF2-40B4-BE49-F238E27FC236}">
                <a16:creationId xmlns:a16="http://schemas.microsoft.com/office/drawing/2014/main" id="{A9F51263-2DC5-23C7-9FF9-0DDE4E611639}"/>
              </a:ext>
            </a:extLst>
          </p:cNvPr>
          <p:cNvSpPr/>
          <p:nvPr/>
        </p:nvSpPr>
        <p:spPr>
          <a:xfrm>
            <a:off x="850000" y="2900000"/>
            <a:ext cx="2100000" cy="4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spc="100">
                <a:solidFill>
                  <a:srgbClr val="78DCFF"/>
                </a:solidFill>
                <a:effectLst/>
                <a:latin typeface="Arial" panose="020B0604020202020204" pitchFamily="34" charset="0"/>
              </a:rPr>
              <a:t>GOVERN</a:t>
            </a:r>
          </a:p>
          <a:p>
            <a:pPr algn="l">
              <a:buNone/>
            </a:pPr>
            <a:r>
              <a:rPr lang="en-US" sz="100">
                <a:effectLst/>
              </a:rPr>
              <a:t> </a:t>
            </a:r>
            <a:endParaRPr lang="en-US"/>
          </a:p>
        </p:txBody>
      </p:sp>
      <p:sp>
        <p:nvSpPr>
          <p:cNvPr id="22897" name="Rectangle 22896">
            <a:extLst>
              <a:ext uri="{FF2B5EF4-FFF2-40B4-BE49-F238E27FC236}">
                <a16:creationId xmlns:a16="http://schemas.microsoft.com/office/drawing/2014/main" id="{FF04CE4A-C262-5673-97EF-18E6D6B6C34D}"/>
              </a:ext>
            </a:extLst>
          </p:cNvPr>
          <p:cNvSpPr/>
          <p:nvPr/>
        </p:nvSpPr>
        <p:spPr>
          <a:xfrm>
            <a:off x="3000000" y="2725000"/>
            <a:ext cx="420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Arial" panose="020B0604020202020204" pitchFamily="34" charset="0"/>
              </a:rPr>
              <a:t>A named owner with authority to stop, communicate and restart.</a:t>
            </a:r>
          </a:p>
          <a:p>
            <a:pPr algn="l">
              <a:buNone/>
            </a:pPr>
            <a:r>
              <a:rPr lang="en-US" sz="100">
                <a:effectLst/>
              </a:rPr>
              <a:t> </a:t>
            </a:r>
            <a:endParaRPr lang="en-US"/>
          </a:p>
        </p:txBody>
      </p:sp>
      <p:sp>
        <p:nvSpPr>
          <p:cNvPr id="22924" name="Rectangle 22923">
            <a:extLst>
              <a:ext uri="{FF2B5EF4-FFF2-40B4-BE49-F238E27FC236}">
                <a16:creationId xmlns:a16="http://schemas.microsoft.com/office/drawing/2014/main" id="{BDD51044-4F0E-BB4D-FD0B-66C457B8C6DB}"/>
              </a:ext>
            </a:extLst>
          </p:cNvPr>
          <p:cNvSpPr/>
          <p:nvPr/>
        </p:nvSpPr>
        <p:spPr>
          <a:xfrm>
            <a:off x="7450000" y="2725000"/>
            <a:ext cx="39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D5E1F0"/>
                </a:solidFill>
                <a:effectLst/>
                <a:latin typeface="Arial" panose="020B0604020202020204" pitchFamily="34" charset="0"/>
              </a:rPr>
              <a:t>Ask: Who decides when continuity and security collide?</a:t>
            </a:r>
          </a:p>
          <a:p>
            <a:pPr algn="l">
              <a:buNone/>
            </a:pPr>
            <a:r>
              <a:rPr lang="en-US" sz="100">
                <a:effectLst/>
              </a:rPr>
              <a:t> </a:t>
            </a:r>
            <a:endParaRPr lang="en-US"/>
          </a:p>
        </p:txBody>
      </p:sp>
      <p:sp>
        <p:nvSpPr>
          <p:cNvPr id="22952" name="Rectangle 22951">
            <a:extLst>
              <a:ext uri="{FF2B5EF4-FFF2-40B4-BE49-F238E27FC236}">
                <a16:creationId xmlns:a16="http://schemas.microsoft.com/office/drawing/2014/main" id="{6FB93D90-92DC-161C-7A41-8B8C95BB0823}"/>
              </a:ext>
            </a:extLst>
          </p:cNvPr>
          <p:cNvSpPr/>
          <p:nvPr/>
        </p:nvSpPr>
        <p:spPr>
          <a:xfrm>
            <a:off x="609600" y="3800000"/>
            <a:ext cx="10972800" cy="105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81" name="Rectangle 22980">
            <a:extLst>
              <a:ext uri="{FF2B5EF4-FFF2-40B4-BE49-F238E27FC236}">
                <a16:creationId xmlns:a16="http://schemas.microsoft.com/office/drawing/2014/main" id="{6D14A967-A21C-3471-FD07-29245B7DBB05}"/>
              </a:ext>
            </a:extLst>
          </p:cNvPr>
          <p:cNvSpPr/>
          <p:nvPr/>
        </p:nvSpPr>
        <p:spPr>
          <a:xfrm>
            <a:off x="850000" y="4100000"/>
            <a:ext cx="2100000" cy="4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spc="100">
                <a:solidFill>
                  <a:srgbClr val="78DCFF"/>
                </a:solidFill>
                <a:effectLst/>
                <a:latin typeface="Arial" panose="020B0604020202020204" pitchFamily="34" charset="0"/>
              </a:rPr>
              <a:t>SECURE</a:t>
            </a:r>
          </a:p>
          <a:p>
            <a:pPr algn="l">
              <a:buNone/>
            </a:pPr>
            <a:r>
              <a:rPr lang="en-US" sz="100">
                <a:effectLst/>
              </a:rPr>
              <a:t> </a:t>
            </a:r>
            <a:endParaRPr lang="en-US"/>
          </a:p>
        </p:txBody>
      </p:sp>
      <p:sp>
        <p:nvSpPr>
          <p:cNvPr id="23011" name="Rectangle 23010">
            <a:extLst>
              <a:ext uri="{FF2B5EF4-FFF2-40B4-BE49-F238E27FC236}">
                <a16:creationId xmlns:a16="http://schemas.microsoft.com/office/drawing/2014/main" id="{C225F2D6-44A8-61C7-3CA8-6A8CF47B6B7C}"/>
              </a:ext>
            </a:extLst>
          </p:cNvPr>
          <p:cNvSpPr/>
          <p:nvPr/>
        </p:nvSpPr>
        <p:spPr>
          <a:xfrm>
            <a:off x="3000000" y="3925000"/>
            <a:ext cx="420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Arial" panose="020B0604020202020204" pitchFamily="34" charset="0"/>
              </a:rPr>
              <a:t>Bound privilege, secrets, egress and irreversible actions.</a:t>
            </a:r>
          </a:p>
          <a:p>
            <a:pPr algn="l">
              <a:buNone/>
            </a:pPr>
            <a:r>
              <a:rPr lang="en-US" sz="100">
                <a:effectLst/>
              </a:rPr>
              <a:t> </a:t>
            </a:r>
            <a:endParaRPr lang="en-US"/>
          </a:p>
        </p:txBody>
      </p:sp>
      <p:sp>
        <p:nvSpPr>
          <p:cNvPr id="23042" name="Rectangle 23041">
            <a:extLst>
              <a:ext uri="{FF2B5EF4-FFF2-40B4-BE49-F238E27FC236}">
                <a16:creationId xmlns:a16="http://schemas.microsoft.com/office/drawing/2014/main" id="{76249A4F-7EC4-FD6F-9291-CB377C6847CC}"/>
              </a:ext>
            </a:extLst>
          </p:cNvPr>
          <p:cNvSpPr/>
          <p:nvPr/>
        </p:nvSpPr>
        <p:spPr>
          <a:xfrm>
            <a:off x="7450000" y="3925000"/>
            <a:ext cx="39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D5E1F0"/>
                </a:solidFill>
                <a:effectLst/>
                <a:latin typeface="Arial" panose="020B0604020202020204" pitchFamily="34" charset="0"/>
              </a:rPr>
              <a:t>Ask: What stays safe once an agent is inside?</a:t>
            </a:r>
          </a:p>
          <a:p>
            <a:pPr algn="l">
              <a:buNone/>
            </a:pPr>
            <a:r>
              <a:rPr lang="en-US" sz="100">
                <a:effectLst/>
              </a:rPr>
              <a:t> </a:t>
            </a:r>
            <a:endParaRPr lang="en-US"/>
          </a:p>
        </p:txBody>
      </p:sp>
      <p:sp>
        <p:nvSpPr>
          <p:cNvPr id="23074" name="Rectangle 23073">
            <a:extLst>
              <a:ext uri="{FF2B5EF4-FFF2-40B4-BE49-F238E27FC236}">
                <a16:creationId xmlns:a16="http://schemas.microsoft.com/office/drawing/2014/main" id="{6190A72A-E5C0-6C1A-F76B-2FF75B2624D6}"/>
              </a:ext>
            </a:extLst>
          </p:cNvPr>
          <p:cNvSpPr/>
          <p:nvPr/>
        </p:nvSpPr>
        <p:spPr>
          <a:xfrm>
            <a:off x="609600" y="5150000"/>
            <a:ext cx="10972800" cy="5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a:solidFill>
                  <a:srgbClr val="FFFFFF"/>
                </a:solidFill>
                <a:effectLst/>
                <a:latin typeface="Arial" panose="020B0604020202020204" pitchFamily="34" charset="0"/>
              </a:rPr>
              <a:t>The exercise tests the decision system around the technology.</a:t>
            </a:r>
          </a:p>
          <a:p>
            <a:pPr algn="l">
              <a:buNone/>
            </a:pPr>
            <a:r>
              <a:rPr lang="en-US" sz="100">
                <a:effectLst/>
              </a:rPr>
              <a:t> </a:t>
            </a:r>
            <a:endParaRPr lang="en-US"/>
          </a:p>
        </p:txBody>
      </p:sp>
    </p:spTree>
    <p:extLst>
      <p:ext uri="{BB962C8B-B14F-4D97-AF65-F5344CB8AC3E}">
        <p14:creationId xmlns:p14="http://schemas.microsoft.com/office/powerpoint/2010/main" val="2270280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25"/>
        </a:solidFill>
        <a:effectLst/>
      </p:bgPr>
    </p:bg>
    <p:spTree>
      <p:nvGrpSpPr>
        <p:cNvPr id="1" name=""/>
        <p:cNvGrpSpPr/>
        <p:nvPr/>
      </p:nvGrpSpPr>
      <p:grpSpPr>
        <a:xfrm>
          <a:off x="0" y="0"/>
          <a:ext cx="0" cy="0"/>
          <a:chOff x="0" y="0"/>
          <a:chExt cx="0" cy="0"/>
        </a:xfrm>
      </p:grpSpPr>
      <p:sp>
        <p:nvSpPr>
          <p:cNvPr id="1006" name="Rectangle 1005">
            <a:extLst>
              <a:ext uri="{FF2B5EF4-FFF2-40B4-BE49-F238E27FC236}">
                <a16:creationId xmlns:a16="http://schemas.microsoft.com/office/drawing/2014/main" id="{3A872F2D-9948-10DE-EEE2-7664FDA06C59}"/>
              </a:ext>
            </a:extLst>
          </p:cNvPr>
          <p:cNvSpPr/>
          <p:nvPr/>
        </p:nvSpPr>
        <p:spPr>
          <a:xfrm>
            <a:off x="609600" y="236000"/>
            <a:ext cx="10972800" cy="2593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THE EXERCISE</a:t>
            </a:r>
          </a:p>
          <a:p>
            <a:pPr algn="l">
              <a:buNone/>
            </a:pPr>
            <a:r>
              <a:rPr lang="en-US" sz="100">
                <a:effectLst/>
              </a:rPr>
              <a:t> </a:t>
            </a:r>
            <a:endParaRPr lang="en-US"/>
          </a:p>
        </p:txBody>
      </p:sp>
      <p:sp>
        <p:nvSpPr>
          <p:cNvPr id="1050" name="Rectangle 1049">
            <a:extLst>
              <a:ext uri="{FF2B5EF4-FFF2-40B4-BE49-F238E27FC236}">
                <a16:creationId xmlns:a16="http://schemas.microsoft.com/office/drawing/2014/main" id="{7BAC37FC-75EF-6AF0-DEFA-CF90D38C722C}"/>
              </a:ext>
            </a:extLst>
          </p:cNvPr>
          <p:cNvSpPr/>
          <p:nvPr/>
        </p:nvSpPr>
        <p:spPr>
          <a:xfrm>
            <a:off x="609600" y="495300"/>
            <a:ext cx="10972800"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Arial" panose="020B0604020202020204" pitchFamily="34" charset="0"/>
              </a:rPr>
              <a:t>How the exercise runs</a:t>
            </a:r>
          </a:p>
          <a:p>
            <a:pPr algn="l">
              <a:buNone/>
            </a:pPr>
            <a:r>
              <a:rPr lang="en-US" sz="100">
                <a:effectLst/>
              </a:rPr>
              <a:t> </a:t>
            </a:r>
            <a:endParaRPr lang="en-US"/>
          </a:p>
        </p:txBody>
      </p:sp>
      <p:sp>
        <p:nvSpPr>
          <p:cNvPr id="1095" name="Rectangle 1094">
            <a:extLst>
              <a:ext uri="{FF2B5EF4-FFF2-40B4-BE49-F238E27FC236}">
                <a16:creationId xmlns:a16="http://schemas.microsoft.com/office/drawing/2014/main" id="{40525B49-6021-C4FA-9E22-F782B03FFB90}"/>
              </a:ext>
            </a:extLst>
          </p:cNvPr>
          <p:cNvSpPr/>
          <p:nvPr/>
        </p:nvSpPr>
        <p:spPr>
          <a:xfrm>
            <a:off x="609600" y="1104900"/>
            <a:ext cx="10972800" cy="9525"/>
          </a:xfrm>
          <a:prstGeom prst="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1" name="Rectangle 1140">
            <a:extLst>
              <a:ext uri="{FF2B5EF4-FFF2-40B4-BE49-F238E27FC236}">
                <a16:creationId xmlns:a16="http://schemas.microsoft.com/office/drawing/2014/main" id="{B6DE8880-A786-FEC3-2FF0-F475E0F20EE8}"/>
              </a:ext>
            </a:extLst>
          </p:cNvPr>
          <p:cNvSpPr/>
          <p:nvPr/>
        </p:nvSpPr>
        <p:spPr>
          <a:xfrm>
            <a:off x="11100000" y="6400000"/>
            <a:ext cx="500000" cy="2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9FB3CC"/>
                </a:solidFill>
                <a:effectLst/>
                <a:latin typeface="Arial" panose="020B0604020202020204" pitchFamily="34" charset="0"/>
              </a:rPr>
              <a:t>07</a:t>
            </a:r>
          </a:p>
        </p:txBody>
      </p:sp>
      <p:sp>
        <p:nvSpPr>
          <p:cNvPr id="1188" name="Rectangle 1187">
            <a:extLst>
              <a:ext uri="{FF2B5EF4-FFF2-40B4-BE49-F238E27FC236}">
                <a16:creationId xmlns:a16="http://schemas.microsoft.com/office/drawing/2014/main" id="{19A69893-72DE-3436-01C6-EC52830B1547}"/>
              </a:ext>
            </a:extLst>
          </p:cNvPr>
          <p:cNvSpPr/>
          <p:nvPr/>
        </p:nvSpPr>
        <p:spPr>
          <a:xfrm>
            <a:off x="609600" y="1300000"/>
            <a:ext cx="10972800"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a:solidFill>
                  <a:srgbClr val="D5E1F0"/>
                </a:solidFill>
                <a:effectLst/>
                <a:latin typeface="Arial" panose="020B0604020202020204" pitchFamily="34" charset="0"/>
              </a:rPr>
              <a:t>A fictional Australian utility. A real, documented attack pattern. Teams of 2–3 — you triage first, then climb a seat each round, from the SOC floor to the boardroom.</a:t>
            </a:r>
          </a:p>
        </p:txBody>
      </p:sp>
      <p:sp>
        <p:nvSpPr>
          <p:cNvPr id="1236" name="Rectangle 1235">
            <a:extLst>
              <a:ext uri="{FF2B5EF4-FFF2-40B4-BE49-F238E27FC236}">
                <a16:creationId xmlns:a16="http://schemas.microsoft.com/office/drawing/2014/main" id="{6F2EAFCB-5500-76D4-3358-D3910990A6BD}"/>
              </a:ext>
            </a:extLst>
          </p:cNvPr>
          <p:cNvSpPr/>
          <p:nvPr/>
        </p:nvSpPr>
        <p:spPr>
          <a:xfrm>
            <a:off x="609600" y="2200000"/>
            <a:ext cx="3500000" cy="26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5" name="Oval 1284">
            <a:extLst>
              <a:ext uri="{FF2B5EF4-FFF2-40B4-BE49-F238E27FC236}">
                <a16:creationId xmlns:a16="http://schemas.microsoft.com/office/drawing/2014/main" id="{C61F815B-E436-0605-40AA-C44068037EFF}"/>
              </a:ext>
            </a:extLst>
          </p:cNvPr>
          <p:cNvSpPr/>
          <p:nvPr/>
        </p:nvSpPr>
        <p:spPr>
          <a:xfrm>
            <a:off x="859600" y="2400000"/>
            <a:ext cx="640080" cy="640080"/>
          </a:xfrm>
          <a:prstGeom prst="ellipse">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1</a:t>
            </a:r>
          </a:p>
          <a:p>
            <a:pPr algn="ctr">
              <a:buNone/>
            </a:pPr>
            <a:r>
              <a:rPr lang="en-US" sz="100">
                <a:effectLst/>
              </a:rPr>
              <a:t> </a:t>
            </a:r>
            <a:endParaRPr lang="en-US"/>
          </a:p>
        </p:txBody>
      </p:sp>
      <p:sp>
        <p:nvSpPr>
          <p:cNvPr id="1335" name="Rectangle 1334">
            <a:extLst>
              <a:ext uri="{FF2B5EF4-FFF2-40B4-BE49-F238E27FC236}">
                <a16:creationId xmlns:a16="http://schemas.microsoft.com/office/drawing/2014/main" id="{932B2B6F-EDE4-8414-A950-7A59436E62B0}"/>
              </a:ext>
            </a:extLst>
          </p:cNvPr>
          <p:cNvSpPr/>
          <p:nvPr/>
        </p:nvSpPr>
        <p:spPr>
          <a:xfrm>
            <a:off x="859600" y="3180000"/>
            <a:ext cx="3000000" cy="4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No clean answers</a:t>
            </a:r>
          </a:p>
        </p:txBody>
      </p:sp>
      <p:sp>
        <p:nvSpPr>
          <p:cNvPr id="1386" name="Rectangle 1385">
            <a:extLst>
              <a:ext uri="{FF2B5EF4-FFF2-40B4-BE49-F238E27FC236}">
                <a16:creationId xmlns:a16="http://schemas.microsoft.com/office/drawing/2014/main" id="{15C09EA7-4B75-827D-918A-E59C81A6CACA}"/>
              </a:ext>
            </a:extLst>
          </p:cNvPr>
          <p:cNvSpPr/>
          <p:nvPr/>
        </p:nvSpPr>
        <p:spPr>
          <a:xfrm>
            <a:off x="859600" y="3650000"/>
            <a:ext cx="3000000" cy="9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Every option has a real cost. We test judgement under uncertainty, not product knowledge.</a:t>
            </a:r>
          </a:p>
        </p:txBody>
      </p:sp>
      <p:sp>
        <p:nvSpPr>
          <p:cNvPr id="1438" name="Rectangle 1437">
            <a:extLst>
              <a:ext uri="{FF2B5EF4-FFF2-40B4-BE49-F238E27FC236}">
                <a16:creationId xmlns:a16="http://schemas.microsoft.com/office/drawing/2014/main" id="{552E6FE1-55FC-58FC-0E06-115DF5F58A4B}"/>
              </a:ext>
            </a:extLst>
          </p:cNvPr>
          <p:cNvSpPr/>
          <p:nvPr/>
        </p:nvSpPr>
        <p:spPr>
          <a:xfrm>
            <a:off x="4346000" y="2200000"/>
            <a:ext cx="3500000" cy="26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1" name="Oval 1490">
            <a:extLst>
              <a:ext uri="{FF2B5EF4-FFF2-40B4-BE49-F238E27FC236}">
                <a16:creationId xmlns:a16="http://schemas.microsoft.com/office/drawing/2014/main" id="{FC744189-CEE8-77A4-7267-C37FD59FB125}"/>
              </a:ext>
            </a:extLst>
          </p:cNvPr>
          <p:cNvSpPr/>
          <p:nvPr/>
        </p:nvSpPr>
        <p:spPr>
          <a:xfrm>
            <a:off x="4596000" y="2400000"/>
            <a:ext cx="640080" cy="640080"/>
          </a:xfrm>
          <a:prstGeom prst="ellipse">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2</a:t>
            </a:r>
          </a:p>
          <a:p>
            <a:pPr algn="ctr">
              <a:buNone/>
            </a:pPr>
            <a:r>
              <a:rPr lang="en-US" sz="100">
                <a:effectLst/>
              </a:rPr>
              <a:t> </a:t>
            </a:r>
            <a:endParaRPr lang="en-US"/>
          </a:p>
        </p:txBody>
      </p:sp>
      <p:sp>
        <p:nvSpPr>
          <p:cNvPr id="1545" name="Rectangle 1544">
            <a:extLst>
              <a:ext uri="{FF2B5EF4-FFF2-40B4-BE49-F238E27FC236}">
                <a16:creationId xmlns:a16="http://schemas.microsoft.com/office/drawing/2014/main" id="{6C2C4ABF-0A1D-F48D-864A-D5BD28E88CF9}"/>
              </a:ext>
            </a:extLst>
          </p:cNvPr>
          <p:cNvSpPr/>
          <p:nvPr/>
        </p:nvSpPr>
        <p:spPr>
          <a:xfrm>
            <a:off x="4596000" y="3180000"/>
            <a:ext cx="3000000" cy="4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Values collide</a:t>
            </a:r>
          </a:p>
        </p:txBody>
      </p:sp>
      <p:sp>
        <p:nvSpPr>
          <p:cNvPr id="1600" name="Rectangle 1599">
            <a:extLst>
              <a:ext uri="{FF2B5EF4-FFF2-40B4-BE49-F238E27FC236}">
                <a16:creationId xmlns:a16="http://schemas.microsoft.com/office/drawing/2014/main" id="{9461FB41-7083-B67B-7117-8E344F96678F}"/>
              </a:ext>
            </a:extLst>
          </p:cNvPr>
          <p:cNvSpPr/>
          <p:nvPr/>
        </p:nvSpPr>
        <p:spPr>
          <a:xfrm>
            <a:off x="4596000" y="3650000"/>
            <a:ext cx="3000000" cy="9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Safety, continuity, evidence, legal duty and reputation will pull hard against each other.</a:t>
            </a:r>
          </a:p>
        </p:txBody>
      </p:sp>
      <p:sp>
        <p:nvSpPr>
          <p:cNvPr id="1656" name="Rectangle 1655">
            <a:extLst>
              <a:ext uri="{FF2B5EF4-FFF2-40B4-BE49-F238E27FC236}">
                <a16:creationId xmlns:a16="http://schemas.microsoft.com/office/drawing/2014/main" id="{C2B9B74D-EFAC-357D-9451-B38175D5F761}"/>
              </a:ext>
            </a:extLst>
          </p:cNvPr>
          <p:cNvSpPr/>
          <p:nvPr/>
        </p:nvSpPr>
        <p:spPr>
          <a:xfrm>
            <a:off x="8082400" y="2200000"/>
            <a:ext cx="3500000" cy="26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3" name="Oval 1712">
            <a:extLst>
              <a:ext uri="{FF2B5EF4-FFF2-40B4-BE49-F238E27FC236}">
                <a16:creationId xmlns:a16="http://schemas.microsoft.com/office/drawing/2014/main" id="{1188D05C-F5C0-0552-3B7A-634DC64C7245}"/>
              </a:ext>
            </a:extLst>
          </p:cNvPr>
          <p:cNvSpPr/>
          <p:nvPr/>
        </p:nvSpPr>
        <p:spPr>
          <a:xfrm>
            <a:off x="8332400" y="2400000"/>
            <a:ext cx="640080" cy="640080"/>
          </a:xfrm>
          <a:prstGeom prst="ellipse">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3</a:t>
            </a:r>
          </a:p>
          <a:p>
            <a:pPr algn="ctr">
              <a:buNone/>
            </a:pPr>
            <a:r>
              <a:rPr lang="en-US" sz="100">
                <a:effectLst/>
              </a:rPr>
              <a:t> </a:t>
            </a:r>
            <a:endParaRPr lang="en-US"/>
          </a:p>
        </p:txBody>
      </p:sp>
      <p:sp>
        <p:nvSpPr>
          <p:cNvPr id="1771" name="Rectangle 1770">
            <a:extLst>
              <a:ext uri="{FF2B5EF4-FFF2-40B4-BE49-F238E27FC236}">
                <a16:creationId xmlns:a16="http://schemas.microsoft.com/office/drawing/2014/main" id="{6F9913F9-B1BA-F656-1EED-3A7EF51893F7}"/>
              </a:ext>
            </a:extLst>
          </p:cNvPr>
          <p:cNvSpPr/>
          <p:nvPr/>
        </p:nvSpPr>
        <p:spPr>
          <a:xfrm>
            <a:off x="8332400" y="3180000"/>
            <a:ext cx="3000000" cy="4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Vote, then debrief</a:t>
            </a:r>
          </a:p>
          <a:p>
            <a:pPr algn="l">
              <a:buNone/>
            </a:pPr>
            <a:r>
              <a:rPr lang="en-US" sz="100">
                <a:effectLst/>
              </a:rPr>
              <a:t> </a:t>
            </a:r>
            <a:endParaRPr lang="en-US"/>
          </a:p>
        </p:txBody>
      </p:sp>
      <p:sp>
        <p:nvSpPr>
          <p:cNvPr id="1830" name="Rectangle 1829">
            <a:extLst>
              <a:ext uri="{FF2B5EF4-FFF2-40B4-BE49-F238E27FC236}">
                <a16:creationId xmlns:a16="http://schemas.microsoft.com/office/drawing/2014/main" id="{2A37DD4D-A927-0085-3D42-1DBBDE274A8F}"/>
              </a:ext>
            </a:extLst>
          </p:cNvPr>
          <p:cNvSpPr/>
          <p:nvPr/>
        </p:nvSpPr>
        <p:spPr>
          <a:xfrm>
            <a:off x="8332400" y="3650000"/>
            <a:ext cx="3000000" cy="9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Each inject: discuss, vote A–D, then review the options and trade-offs.</a:t>
            </a:r>
          </a:p>
          <a:p>
            <a:pPr algn="l">
              <a:buNone/>
            </a:pPr>
            <a:r>
              <a:rPr lang="en-US" sz="100">
                <a:effectLst/>
              </a:rPr>
              <a:t> </a:t>
            </a:r>
            <a:endParaRPr lang="en-US"/>
          </a:p>
        </p:txBody>
      </p:sp>
      <p:sp>
        <p:nvSpPr>
          <p:cNvPr id="1890" name="Rectangle 1889">
            <a:extLst>
              <a:ext uri="{FF2B5EF4-FFF2-40B4-BE49-F238E27FC236}">
                <a16:creationId xmlns:a16="http://schemas.microsoft.com/office/drawing/2014/main" id="{30C1E8C0-DC6B-42A6-F562-CC5DCF9C3331}"/>
              </a:ext>
            </a:extLst>
          </p:cNvPr>
          <p:cNvSpPr/>
          <p:nvPr/>
        </p:nvSpPr>
        <p:spPr>
          <a:xfrm>
            <a:off x="609600" y="5050000"/>
            <a:ext cx="10972800" cy="850000"/>
          </a:xfrm>
          <a:prstGeom prst="rect">
            <a:avLst/>
          </a:prstGeom>
          <a:solidFill>
            <a:srgbClr val="0E2A52"/>
          </a:solidFill>
          <a:ln w="127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800" b="1">
                <a:solidFill>
                  <a:srgbClr val="FFFFFF"/>
                </a:solidFill>
                <a:effectLst/>
                <a:latin typeface="Arial" panose="020B0604020202020204" pitchFamily="34" charset="0"/>
              </a:rPr>
              <a:t>Triage + five injects  ·  each round: brief · table debate · vote (A–D) · option review</a:t>
            </a:r>
          </a:p>
        </p:txBody>
      </p:sp>
    </p:spTree>
    <p:extLst>
      <p:ext uri="{BB962C8B-B14F-4D97-AF65-F5344CB8AC3E}">
        <p14:creationId xmlns:p14="http://schemas.microsoft.com/office/powerpoint/2010/main" val="18975506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25"/>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8BFC9EF2-9757-45E2-819F-7AE665499D7E}"/>
              </a:ext>
            </a:extLst>
          </p:cNvPr>
          <p:cNvSpPr>
            <a:spLocks noGrp="1"/>
          </p:cNvSpPr>
          <p:nvPr/>
        </p:nvSpPr>
        <p:spPr>
          <a:xfrm>
            <a:off x="609600" y="266700"/>
            <a:ext cx="3810000" cy="190500"/>
          </a:xfrm>
          <a:prstGeom prst="rect">
            <a:avLst/>
          </a:prstGeom>
          <a:noFill/>
          <a:ln w="0">
            <a:noFill/>
            <a:prstDash val="solid"/>
          </a:ln>
        </p:spPr>
        <p:txBody>
          <a:bodyPr lIns="0" tIns="0" rIns="0" bIns="0" anchor="t">
            <a:noAutofit/>
          </a:bodyPr>
          <a:lstStyle/>
          <a:p>
            <a:pPr algn="l">
              <a:lnSpc>
                <a:spcPct val="105000"/>
              </a:lnSpc>
              <a:buNone/>
              <a:defRPr sz="975" b="1">
                <a:solidFill>
                  <a:srgbClr val="78DCFF"/>
                </a:solidFill>
                <a:latin typeface="Arial"/>
                <a:ea typeface="Arial"/>
                <a:cs typeface="Arial"/>
              </a:defRPr>
            </a:pPr>
            <a:r>
              <a:rPr lang="en-US" sz="1200" b="1">
                <a:solidFill>
                  <a:srgbClr val="78DCFF"/>
                </a:solidFill>
                <a:latin typeface="Arial"/>
                <a:ea typeface="Arial"/>
                <a:cs typeface="Arial"/>
              </a:rPr>
              <a:t>YOUR SEATS</a:t>
            </a:r>
          </a:p>
        </p:txBody>
      </p:sp>
      <p:sp>
        <p:nvSpPr>
          <p:cNvPr id="2" name="Rectangle 1">
            <a:extLst>
              <a:ext uri="{FF2B5EF4-FFF2-40B4-BE49-F238E27FC236}">
                <a16:creationId xmlns:a16="http://schemas.microsoft.com/office/drawing/2014/main" id="{F162D31F-1CAD-4CBD-8342-3638989FA671}"/>
              </a:ext>
            </a:extLst>
          </p:cNvPr>
          <p:cNvSpPr>
            <a:spLocks noGrp="1"/>
          </p:cNvSpPr>
          <p:nvPr/>
        </p:nvSpPr>
        <p:spPr>
          <a:xfrm>
            <a:off x="609600" y="495300"/>
            <a:ext cx="9906000" cy="571500"/>
          </a:xfrm>
          <a:prstGeom prst="rect">
            <a:avLst/>
          </a:prstGeom>
          <a:noFill/>
          <a:ln w="0">
            <a:noFill/>
            <a:prstDash val="solid"/>
          </a:ln>
        </p:spPr>
        <p:txBody>
          <a:bodyPr lIns="0" tIns="0" rIns="0" bIns="0" anchor="t">
            <a:noAutofit/>
          </a:bodyPr>
          <a:lstStyle/>
          <a:p>
            <a:pPr algn="l">
              <a:lnSpc>
                <a:spcPct val="95000"/>
              </a:lnSpc>
              <a:buNone/>
              <a:defRPr sz="3000" b="1">
                <a:solidFill>
                  <a:srgbClr val="FFFFFF"/>
                </a:solidFill>
                <a:latin typeface="Arial"/>
                <a:ea typeface="Arial"/>
                <a:cs typeface="Arial"/>
              </a:defRPr>
            </a:pPr>
            <a:r>
              <a:rPr lang="en-US" sz="3000" b="1">
                <a:solidFill>
                  <a:srgbClr val="FFFFFF"/>
                </a:solidFill>
                <a:latin typeface="Arial"/>
                <a:ea typeface="Arial"/>
                <a:cs typeface="Arial"/>
              </a:rPr>
              <a:t>Triage first, then climb a seat each round</a:t>
            </a:r>
          </a:p>
        </p:txBody>
      </p:sp>
      <p:sp>
        <p:nvSpPr>
          <p:cNvPr id="3" name="Straight Connector 2">
            <a:extLst>
              <a:ext uri="{FF2B5EF4-FFF2-40B4-BE49-F238E27FC236}">
                <a16:creationId xmlns:a16="http://schemas.microsoft.com/office/drawing/2014/main" id="{18020267-CDA1-44E4-8549-4ADB6105299D}"/>
              </a:ext>
            </a:extLst>
          </p:cNvPr>
          <p:cNvSpPr>
            <a:spLocks noGrp="1"/>
          </p:cNvSpPr>
          <p:nvPr/>
        </p:nvSpPr>
        <p:spPr>
          <a:xfrm>
            <a:off x="609600" y="1104900"/>
            <a:ext cx="10953750" cy="9525"/>
          </a:xfrm>
          <a:prstGeom prst="line">
            <a:avLst/>
          </a:prstGeom>
          <a:noFill/>
          <a:ln w="9525">
            <a:solidFill>
              <a:srgbClr val="1E3A5F"/>
            </a:solidFill>
            <a:prstDash val="solid"/>
          </a:ln>
        </p:spPr>
        <p:txBody>
          <a:bodyPr/>
          <a:lstStyle/>
          <a:p>
            <a:endParaRPr lang="en-AU"/>
          </a:p>
        </p:txBody>
      </p:sp>
      <p:sp>
        <p:nvSpPr>
          <p:cNvPr id="4" name="Rectangle 3">
            <a:extLst>
              <a:ext uri="{FF2B5EF4-FFF2-40B4-BE49-F238E27FC236}">
                <a16:creationId xmlns:a16="http://schemas.microsoft.com/office/drawing/2014/main" id="{4A7812CD-B9C6-4337-AFD7-787AA620A46B}"/>
              </a:ext>
            </a:extLst>
          </p:cNvPr>
          <p:cNvSpPr>
            <a:spLocks noGrp="1"/>
          </p:cNvSpPr>
          <p:nvPr/>
        </p:nvSpPr>
        <p:spPr>
          <a:xfrm>
            <a:off x="11268075" y="6496050"/>
            <a:ext cx="333375" cy="152400"/>
          </a:xfrm>
          <a:prstGeom prst="rect">
            <a:avLst/>
          </a:prstGeom>
          <a:noFill/>
          <a:ln w="0">
            <a:noFill/>
            <a:prstDash val="solid"/>
          </a:ln>
        </p:spPr>
        <p:txBody>
          <a:bodyPr lIns="0" tIns="0" rIns="0" bIns="0" anchor="t">
            <a:noAutofit/>
          </a:bodyPr>
          <a:lstStyle/>
          <a:p>
            <a:pPr algn="r">
              <a:lnSpc>
                <a:spcPct val="105000"/>
              </a:lnSpc>
              <a:buNone/>
              <a:defRPr sz="825" b="0">
                <a:solidFill>
                  <a:srgbClr val="9AA7B5"/>
                </a:solidFill>
                <a:latin typeface="Arial"/>
                <a:ea typeface="Arial"/>
                <a:cs typeface="Arial"/>
              </a:defRPr>
            </a:pPr>
            <a:r>
              <a:rPr lang="en-US" sz="1200" b="0">
                <a:solidFill>
                  <a:srgbClr val="9AA7B5"/>
                </a:solidFill>
                <a:latin typeface="Arial"/>
                <a:ea typeface="Arial"/>
                <a:cs typeface="Arial"/>
              </a:rPr>
              <a:t>07</a:t>
            </a:r>
            <a:endParaRPr sz="1200" b="0">
              <a:solidFill>
                <a:srgbClr val="9AA7B5"/>
              </a:solidFill>
              <a:latin typeface="Arial"/>
              <a:ea typeface="Arial"/>
              <a:cs typeface="Arial"/>
            </a:endParaRPr>
          </a:p>
        </p:txBody>
      </p:sp>
      <p:sp>
        <p:nvSpPr>
          <p:cNvPr id="5" name="Rectangle 4">
            <a:extLst>
              <a:ext uri="{FF2B5EF4-FFF2-40B4-BE49-F238E27FC236}">
                <a16:creationId xmlns:a16="http://schemas.microsoft.com/office/drawing/2014/main" id="{E57136DC-7D71-46D5-A325-5B529CFC5F95}"/>
              </a:ext>
            </a:extLst>
          </p:cNvPr>
          <p:cNvSpPr>
            <a:spLocks noGrp="1"/>
          </p:cNvSpPr>
          <p:nvPr/>
        </p:nvSpPr>
        <p:spPr>
          <a:xfrm>
            <a:off x="628650" y="1257300"/>
            <a:ext cx="10382250" cy="590550"/>
          </a:xfrm>
          <a:prstGeom prst="rect">
            <a:avLst/>
          </a:prstGeom>
          <a:noFill/>
          <a:ln w="0">
            <a:noFill/>
            <a:prstDash val="solid"/>
          </a:ln>
        </p:spPr>
        <p:txBody>
          <a:bodyPr lIns="0" tIns="0" rIns="0" bIns="0" anchor="t">
            <a:noAutofit/>
          </a:bodyPr>
          <a:lstStyle/>
          <a:p>
            <a:pPr algn="l">
              <a:lnSpc>
                <a:spcPct val="105000"/>
              </a:lnSpc>
              <a:buNone/>
              <a:defRPr sz="1875" b="1">
                <a:solidFill>
                  <a:srgbClr val="FFFFFF"/>
                </a:solidFill>
                <a:latin typeface="Arial"/>
                <a:ea typeface="Arial"/>
                <a:cs typeface="Arial"/>
              </a:defRPr>
            </a:pPr>
            <a:r>
              <a:rPr lang="en-US" sz="1875" b="1">
                <a:solidFill>
                  <a:srgbClr val="FFFFFF"/>
                </a:solidFill>
                <a:latin typeface="Arial"/>
                <a:ea typeface="Arial"/>
                <a:cs typeface="Arial"/>
              </a:rPr>
              <a:t>Teams of 2–3. You open as a SOC analyst deciding whether this is even an incident, then argue each round from a higher seat. No answer key — the facilitator listens for reasoning and blind spots.</a:t>
            </a:r>
          </a:p>
        </p:txBody>
      </p:sp>
      <p:sp>
        <p:nvSpPr>
          <p:cNvPr id="6" name="Oval 5">
            <a:extLst>
              <a:ext uri="{FF2B5EF4-FFF2-40B4-BE49-F238E27FC236}">
                <a16:creationId xmlns:a16="http://schemas.microsoft.com/office/drawing/2014/main" id="{F89B696A-E324-4C00-8A8B-6832A1FA1842}"/>
              </a:ext>
            </a:extLst>
          </p:cNvPr>
          <p:cNvSpPr>
            <a:spLocks noGrp="1"/>
          </p:cNvSpPr>
          <p:nvPr/>
        </p:nvSpPr>
        <p:spPr>
          <a:xfrm>
            <a:off x="742950" y="3187700"/>
            <a:ext cx="228600" cy="228600"/>
          </a:xfrm>
          <a:prstGeom prst="ellipse">
            <a:avLst/>
          </a:prstGeom>
          <a:solidFill>
            <a:srgbClr val="00AEFF"/>
          </a:solidFill>
          <a:ln w="0">
            <a:noFill/>
            <a:prstDash val="solid"/>
          </a:ln>
        </p:spPr>
        <p:txBody>
          <a:bodyPr/>
          <a:lstStyle/>
          <a:p>
            <a:endParaRPr lang="en-AU"/>
          </a:p>
        </p:txBody>
      </p:sp>
      <p:sp>
        <p:nvSpPr>
          <p:cNvPr id="7" name="Rectangle 6">
            <a:extLst>
              <a:ext uri="{FF2B5EF4-FFF2-40B4-BE49-F238E27FC236}">
                <a16:creationId xmlns:a16="http://schemas.microsoft.com/office/drawing/2014/main" id="{15E70F67-806F-41EE-B75D-10C6AAB1A477}"/>
              </a:ext>
            </a:extLst>
          </p:cNvPr>
          <p:cNvSpPr>
            <a:spLocks noGrp="1"/>
          </p:cNvSpPr>
          <p:nvPr/>
        </p:nvSpPr>
        <p:spPr>
          <a:xfrm>
            <a:off x="742950" y="3200400"/>
            <a:ext cx="228600" cy="190500"/>
          </a:xfrm>
          <a:prstGeom prst="rect">
            <a:avLst/>
          </a:prstGeom>
          <a:noFill/>
          <a:ln w="0">
            <a:noFill/>
            <a:prstDash val="solid"/>
          </a:ln>
        </p:spPr>
        <p:txBody>
          <a:bodyPr lIns="0" tIns="0" rIns="0" bIns="0" anchor="t">
            <a:noAutofit/>
          </a:bodyPr>
          <a:lstStyle/>
          <a:p>
            <a:pPr algn="ctr">
              <a:lnSpc>
                <a:spcPct val="105000"/>
              </a:lnSpc>
              <a:buNone/>
              <a:defRPr sz="975" b="1">
                <a:solidFill>
                  <a:srgbClr val="000025"/>
                </a:solidFill>
                <a:latin typeface="Arial"/>
                <a:ea typeface="Arial"/>
                <a:cs typeface="Arial"/>
              </a:defRPr>
            </a:pPr>
            <a:r>
              <a:rPr sz="975" b="1">
                <a:solidFill>
                  <a:srgbClr val="000025"/>
                </a:solidFill>
                <a:latin typeface="Arial"/>
                <a:ea typeface="Arial"/>
                <a:cs typeface="Arial"/>
              </a:rPr>
              <a:t>1</a:t>
            </a:r>
          </a:p>
        </p:txBody>
      </p:sp>
      <p:sp>
        <p:nvSpPr>
          <p:cNvPr id="8" name="Rectangle 7">
            <a:extLst>
              <a:ext uri="{FF2B5EF4-FFF2-40B4-BE49-F238E27FC236}">
                <a16:creationId xmlns:a16="http://schemas.microsoft.com/office/drawing/2014/main" id="{81B6AD04-3D75-4BEC-B586-AE6E2138C475}"/>
              </a:ext>
            </a:extLst>
          </p:cNvPr>
          <p:cNvSpPr>
            <a:spLocks noGrp="1"/>
          </p:cNvSpPr>
          <p:nvPr/>
        </p:nvSpPr>
        <p:spPr>
          <a:xfrm>
            <a:off x="1143000" y="3175000"/>
            <a:ext cx="4572000" cy="323850"/>
          </a:xfrm>
          <a:prstGeom prst="rect">
            <a:avLst/>
          </a:prstGeom>
          <a:noFill/>
          <a:ln w="0">
            <a:noFill/>
            <a:prstDash val="solid"/>
          </a:ln>
        </p:spPr>
        <p:txBody>
          <a:bodyPr lIns="0" tIns="0" rIns="0" bIns="0" anchor="t">
            <a:noAutofit/>
          </a:bodyPr>
          <a:lstStyle/>
          <a:p>
            <a:pPr algn="l">
              <a:lnSpc>
                <a:spcPct val="105000"/>
              </a:lnSpc>
              <a:buNone/>
              <a:defRPr sz="1650" b="1">
                <a:solidFill>
                  <a:srgbClr val="FFFFFF"/>
                </a:solidFill>
                <a:latin typeface="Arial"/>
                <a:ea typeface="Arial"/>
                <a:cs typeface="Arial"/>
              </a:defRPr>
            </a:pPr>
            <a:r>
              <a:rPr sz="1650" b="1">
                <a:solidFill>
                  <a:srgbClr val="FFFFFF"/>
                </a:solidFill>
                <a:latin typeface="Arial"/>
                <a:ea typeface="Arial"/>
                <a:cs typeface="Arial"/>
              </a:rPr>
              <a:t>Triage — SOC analyst: is this even an incident?</a:t>
            </a:r>
          </a:p>
        </p:txBody>
      </p:sp>
      <p:sp>
        <p:nvSpPr>
          <p:cNvPr id="9" name="Oval 8">
            <a:extLst>
              <a:ext uri="{FF2B5EF4-FFF2-40B4-BE49-F238E27FC236}">
                <a16:creationId xmlns:a16="http://schemas.microsoft.com/office/drawing/2014/main" id="{9662986E-44C1-4A50-9AE7-3E8A7E872FD5}"/>
              </a:ext>
            </a:extLst>
          </p:cNvPr>
          <p:cNvSpPr>
            <a:spLocks noGrp="1"/>
          </p:cNvSpPr>
          <p:nvPr/>
        </p:nvSpPr>
        <p:spPr>
          <a:xfrm>
            <a:off x="742950" y="4330700"/>
            <a:ext cx="228600" cy="228600"/>
          </a:xfrm>
          <a:prstGeom prst="ellipse">
            <a:avLst/>
          </a:prstGeom>
          <a:solidFill>
            <a:srgbClr val="00AEFF"/>
          </a:solidFill>
          <a:ln w="0">
            <a:noFill/>
            <a:prstDash val="solid"/>
          </a:ln>
        </p:spPr>
        <p:txBody>
          <a:bodyPr/>
          <a:lstStyle/>
          <a:p>
            <a:endParaRPr lang="en-AU"/>
          </a:p>
        </p:txBody>
      </p:sp>
      <p:sp>
        <p:nvSpPr>
          <p:cNvPr id="10" name="Rectangle 9">
            <a:extLst>
              <a:ext uri="{FF2B5EF4-FFF2-40B4-BE49-F238E27FC236}">
                <a16:creationId xmlns:a16="http://schemas.microsoft.com/office/drawing/2014/main" id="{C40833E0-E93A-4EC6-94D6-E5717EE4FD54}"/>
              </a:ext>
            </a:extLst>
          </p:cNvPr>
          <p:cNvSpPr>
            <a:spLocks noGrp="1"/>
          </p:cNvSpPr>
          <p:nvPr/>
        </p:nvSpPr>
        <p:spPr>
          <a:xfrm>
            <a:off x="742950" y="4343400"/>
            <a:ext cx="228600" cy="190500"/>
          </a:xfrm>
          <a:prstGeom prst="rect">
            <a:avLst/>
          </a:prstGeom>
          <a:noFill/>
          <a:ln w="0">
            <a:noFill/>
            <a:prstDash val="solid"/>
          </a:ln>
        </p:spPr>
        <p:txBody>
          <a:bodyPr lIns="0" tIns="0" rIns="0" bIns="0" anchor="t">
            <a:noAutofit/>
          </a:bodyPr>
          <a:lstStyle/>
          <a:p>
            <a:pPr algn="ctr">
              <a:lnSpc>
                <a:spcPct val="105000"/>
              </a:lnSpc>
              <a:buNone/>
              <a:defRPr sz="975" b="1">
                <a:solidFill>
                  <a:srgbClr val="000025"/>
                </a:solidFill>
                <a:latin typeface="Arial"/>
                <a:ea typeface="Arial"/>
                <a:cs typeface="Arial"/>
              </a:defRPr>
            </a:pPr>
            <a:r>
              <a:rPr sz="975" b="1">
                <a:solidFill>
                  <a:srgbClr val="000025"/>
                </a:solidFill>
                <a:latin typeface="Arial"/>
                <a:ea typeface="Arial"/>
                <a:cs typeface="Arial"/>
              </a:rPr>
              <a:t>2</a:t>
            </a:r>
          </a:p>
        </p:txBody>
      </p:sp>
      <p:sp>
        <p:nvSpPr>
          <p:cNvPr id="11" name="Rectangle 10">
            <a:extLst>
              <a:ext uri="{FF2B5EF4-FFF2-40B4-BE49-F238E27FC236}">
                <a16:creationId xmlns:a16="http://schemas.microsoft.com/office/drawing/2014/main" id="{5EC161AC-4591-4846-8E0F-E4BD09E00822}"/>
              </a:ext>
            </a:extLst>
          </p:cNvPr>
          <p:cNvSpPr>
            <a:spLocks noGrp="1"/>
          </p:cNvSpPr>
          <p:nvPr/>
        </p:nvSpPr>
        <p:spPr>
          <a:xfrm>
            <a:off x="1143000" y="4318000"/>
            <a:ext cx="4572000" cy="323850"/>
          </a:xfrm>
          <a:prstGeom prst="rect">
            <a:avLst/>
          </a:prstGeom>
          <a:noFill/>
          <a:ln w="0">
            <a:noFill/>
            <a:prstDash val="solid"/>
          </a:ln>
        </p:spPr>
        <p:txBody>
          <a:bodyPr lIns="0" tIns="0" rIns="0" bIns="0" anchor="t">
            <a:noAutofit/>
          </a:bodyPr>
          <a:lstStyle/>
          <a:p>
            <a:pPr algn="l">
              <a:lnSpc>
                <a:spcPct val="105000"/>
              </a:lnSpc>
              <a:buNone/>
              <a:defRPr sz="1650" b="1">
                <a:solidFill>
                  <a:srgbClr val="FFFFFF"/>
                </a:solidFill>
                <a:latin typeface="Arial"/>
                <a:ea typeface="Arial"/>
                <a:cs typeface="Arial"/>
              </a:defRPr>
            </a:pPr>
            <a:r>
              <a:rPr sz="1650" b="1">
                <a:solidFill>
                  <a:srgbClr val="FFFFFF"/>
                </a:solidFill>
                <a:latin typeface="Arial"/>
                <a:ea typeface="Arial"/>
                <a:cs typeface="Arial"/>
              </a:rPr>
              <a:t>Inject 1 — SOC analyst: contain under uncertainty</a:t>
            </a:r>
          </a:p>
        </p:txBody>
      </p:sp>
      <p:sp>
        <p:nvSpPr>
          <p:cNvPr id="12" name="Oval 11">
            <a:extLst>
              <a:ext uri="{FF2B5EF4-FFF2-40B4-BE49-F238E27FC236}">
                <a16:creationId xmlns:a16="http://schemas.microsoft.com/office/drawing/2014/main" id="{D3DAFAEC-4F38-419A-87E3-91FEB4F910FF}"/>
              </a:ext>
            </a:extLst>
          </p:cNvPr>
          <p:cNvSpPr>
            <a:spLocks noGrp="1"/>
          </p:cNvSpPr>
          <p:nvPr/>
        </p:nvSpPr>
        <p:spPr>
          <a:xfrm>
            <a:off x="742950" y="5473700"/>
            <a:ext cx="228600" cy="228600"/>
          </a:xfrm>
          <a:prstGeom prst="ellipse">
            <a:avLst/>
          </a:prstGeom>
          <a:solidFill>
            <a:srgbClr val="00AEFF"/>
          </a:solidFill>
          <a:ln w="0">
            <a:noFill/>
            <a:prstDash val="solid"/>
          </a:ln>
        </p:spPr>
        <p:txBody>
          <a:bodyPr/>
          <a:lstStyle/>
          <a:p>
            <a:endParaRPr lang="en-AU"/>
          </a:p>
        </p:txBody>
      </p:sp>
      <p:sp>
        <p:nvSpPr>
          <p:cNvPr id="13" name="Rectangle 12">
            <a:extLst>
              <a:ext uri="{FF2B5EF4-FFF2-40B4-BE49-F238E27FC236}">
                <a16:creationId xmlns:a16="http://schemas.microsoft.com/office/drawing/2014/main" id="{8DDEC86E-ACF8-431D-9210-2E12B66E7611}"/>
              </a:ext>
            </a:extLst>
          </p:cNvPr>
          <p:cNvSpPr>
            <a:spLocks noGrp="1"/>
          </p:cNvSpPr>
          <p:nvPr/>
        </p:nvSpPr>
        <p:spPr>
          <a:xfrm>
            <a:off x="742950" y="5486400"/>
            <a:ext cx="228600" cy="190500"/>
          </a:xfrm>
          <a:prstGeom prst="rect">
            <a:avLst/>
          </a:prstGeom>
          <a:noFill/>
          <a:ln w="0">
            <a:noFill/>
            <a:prstDash val="solid"/>
          </a:ln>
        </p:spPr>
        <p:txBody>
          <a:bodyPr lIns="0" tIns="0" rIns="0" bIns="0" anchor="t">
            <a:noAutofit/>
          </a:bodyPr>
          <a:lstStyle/>
          <a:p>
            <a:pPr algn="ctr">
              <a:lnSpc>
                <a:spcPct val="105000"/>
              </a:lnSpc>
              <a:buNone/>
              <a:defRPr sz="975" b="1">
                <a:solidFill>
                  <a:srgbClr val="000025"/>
                </a:solidFill>
                <a:latin typeface="Arial"/>
                <a:ea typeface="Arial"/>
                <a:cs typeface="Arial"/>
              </a:defRPr>
            </a:pPr>
            <a:r>
              <a:rPr sz="975" b="1">
                <a:solidFill>
                  <a:srgbClr val="000025"/>
                </a:solidFill>
                <a:latin typeface="Arial"/>
                <a:ea typeface="Arial"/>
                <a:cs typeface="Arial"/>
              </a:rPr>
              <a:t>3</a:t>
            </a:r>
          </a:p>
        </p:txBody>
      </p:sp>
      <p:sp>
        <p:nvSpPr>
          <p:cNvPr id="14" name="Rectangle 13">
            <a:extLst>
              <a:ext uri="{FF2B5EF4-FFF2-40B4-BE49-F238E27FC236}">
                <a16:creationId xmlns:a16="http://schemas.microsoft.com/office/drawing/2014/main" id="{881B5AB9-533A-4682-97DB-BABDA52AEB55}"/>
              </a:ext>
            </a:extLst>
          </p:cNvPr>
          <p:cNvSpPr>
            <a:spLocks noGrp="1"/>
          </p:cNvSpPr>
          <p:nvPr/>
        </p:nvSpPr>
        <p:spPr>
          <a:xfrm>
            <a:off x="1143000" y="5461000"/>
            <a:ext cx="4572000" cy="323850"/>
          </a:xfrm>
          <a:prstGeom prst="rect">
            <a:avLst/>
          </a:prstGeom>
          <a:noFill/>
          <a:ln w="0">
            <a:noFill/>
            <a:prstDash val="solid"/>
          </a:ln>
        </p:spPr>
        <p:txBody>
          <a:bodyPr lIns="0" tIns="0" rIns="0" bIns="0" anchor="t">
            <a:noAutofit/>
          </a:bodyPr>
          <a:lstStyle/>
          <a:p>
            <a:pPr algn="l">
              <a:lnSpc>
                <a:spcPct val="105000"/>
              </a:lnSpc>
              <a:buNone/>
              <a:defRPr sz="1650" b="1">
                <a:solidFill>
                  <a:srgbClr val="FFFFFF"/>
                </a:solidFill>
                <a:latin typeface="Arial"/>
                <a:ea typeface="Arial"/>
                <a:cs typeface="Arial"/>
              </a:defRPr>
            </a:pPr>
            <a:r>
              <a:rPr lang="en-US" sz="1650" b="1">
                <a:solidFill>
                  <a:srgbClr val="FFFFFF"/>
                </a:solidFill>
                <a:latin typeface="Arial"/>
                <a:ea typeface="Arial"/>
                <a:cs typeface="Arial"/>
              </a:rPr>
              <a:t>Inject 2 — Security engineer: fight AI with AI?</a:t>
            </a:r>
          </a:p>
        </p:txBody>
      </p:sp>
      <p:sp>
        <p:nvSpPr>
          <p:cNvPr id="15" name="Oval 14">
            <a:extLst>
              <a:ext uri="{FF2B5EF4-FFF2-40B4-BE49-F238E27FC236}">
                <a16:creationId xmlns:a16="http://schemas.microsoft.com/office/drawing/2014/main" id="{3C91CC96-E399-4EDB-94C1-33EA0B548235}"/>
              </a:ext>
            </a:extLst>
          </p:cNvPr>
          <p:cNvSpPr>
            <a:spLocks noGrp="1"/>
          </p:cNvSpPr>
          <p:nvPr/>
        </p:nvSpPr>
        <p:spPr>
          <a:xfrm>
            <a:off x="6191250" y="3187700"/>
            <a:ext cx="228600" cy="228600"/>
          </a:xfrm>
          <a:prstGeom prst="ellipse">
            <a:avLst/>
          </a:prstGeom>
          <a:solidFill>
            <a:srgbClr val="00AEFF"/>
          </a:solidFill>
          <a:ln w="0">
            <a:noFill/>
            <a:prstDash val="solid"/>
          </a:ln>
        </p:spPr>
        <p:txBody>
          <a:bodyPr/>
          <a:lstStyle/>
          <a:p>
            <a:endParaRPr lang="en-AU"/>
          </a:p>
        </p:txBody>
      </p:sp>
      <p:sp>
        <p:nvSpPr>
          <p:cNvPr id="16" name="Rectangle 15">
            <a:extLst>
              <a:ext uri="{FF2B5EF4-FFF2-40B4-BE49-F238E27FC236}">
                <a16:creationId xmlns:a16="http://schemas.microsoft.com/office/drawing/2014/main" id="{CEB48DDD-0B1E-4BE7-AFF5-F340C1FCC6E2}"/>
              </a:ext>
            </a:extLst>
          </p:cNvPr>
          <p:cNvSpPr>
            <a:spLocks noGrp="1"/>
          </p:cNvSpPr>
          <p:nvPr/>
        </p:nvSpPr>
        <p:spPr>
          <a:xfrm>
            <a:off x="6191250" y="3200400"/>
            <a:ext cx="228600" cy="190500"/>
          </a:xfrm>
          <a:prstGeom prst="rect">
            <a:avLst/>
          </a:prstGeom>
          <a:noFill/>
          <a:ln w="0">
            <a:noFill/>
            <a:prstDash val="solid"/>
          </a:ln>
        </p:spPr>
        <p:txBody>
          <a:bodyPr lIns="0" tIns="0" rIns="0" bIns="0" anchor="t">
            <a:noAutofit/>
          </a:bodyPr>
          <a:lstStyle/>
          <a:p>
            <a:pPr algn="ctr">
              <a:lnSpc>
                <a:spcPct val="105000"/>
              </a:lnSpc>
              <a:buNone/>
              <a:defRPr sz="975" b="1">
                <a:solidFill>
                  <a:srgbClr val="000025"/>
                </a:solidFill>
                <a:latin typeface="Arial"/>
                <a:ea typeface="Arial"/>
                <a:cs typeface="Arial"/>
              </a:defRPr>
            </a:pPr>
            <a:r>
              <a:rPr sz="975" b="1">
                <a:solidFill>
                  <a:srgbClr val="000025"/>
                </a:solidFill>
                <a:latin typeface="Arial"/>
                <a:ea typeface="Arial"/>
                <a:cs typeface="Arial"/>
              </a:rPr>
              <a:t>4</a:t>
            </a:r>
          </a:p>
        </p:txBody>
      </p:sp>
      <p:sp>
        <p:nvSpPr>
          <p:cNvPr id="17" name="Rectangle 16">
            <a:extLst>
              <a:ext uri="{FF2B5EF4-FFF2-40B4-BE49-F238E27FC236}">
                <a16:creationId xmlns:a16="http://schemas.microsoft.com/office/drawing/2014/main" id="{AD0437D6-1F86-4E27-8097-FFA974C03251}"/>
              </a:ext>
            </a:extLst>
          </p:cNvPr>
          <p:cNvSpPr>
            <a:spLocks noGrp="1"/>
          </p:cNvSpPr>
          <p:nvPr/>
        </p:nvSpPr>
        <p:spPr>
          <a:xfrm>
            <a:off x="6591300" y="3175000"/>
            <a:ext cx="4572000" cy="323850"/>
          </a:xfrm>
          <a:prstGeom prst="rect">
            <a:avLst/>
          </a:prstGeom>
          <a:noFill/>
          <a:ln w="0">
            <a:noFill/>
            <a:prstDash val="solid"/>
          </a:ln>
        </p:spPr>
        <p:txBody>
          <a:bodyPr lIns="0" tIns="0" rIns="0" bIns="0" anchor="t">
            <a:noAutofit/>
          </a:bodyPr>
          <a:lstStyle/>
          <a:p>
            <a:pPr algn="l">
              <a:lnSpc>
                <a:spcPct val="105000"/>
              </a:lnSpc>
              <a:buNone/>
              <a:defRPr sz="1650" b="1">
                <a:solidFill>
                  <a:srgbClr val="FFFFFF"/>
                </a:solidFill>
                <a:latin typeface="Arial"/>
                <a:ea typeface="Arial"/>
                <a:cs typeface="Arial"/>
              </a:defRPr>
            </a:pPr>
            <a:r>
              <a:rPr sz="1650" b="1">
                <a:solidFill>
                  <a:srgbClr val="FFFFFF"/>
                </a:solidFill>
                <a:latin typeface="Arial"/>
                <a:ea typeface="Arial"/>
                <a:cs typeface="Arial"/>
              </a:rPr>
              <a:t>Inject 3 — Security manager: cyber vs safety (IT/OT)</a:t>
            </a:r>
          </a:p>
        </p:txBody>
      </p:sp>
      <p:sp>
        <p:nvSpPr>
          <p:cNvPr id="18" name="Oval 17">
            <a:extLst>
              <a:ext uri="{FF2B5EF4-FFF2-40B4-BE49-F238E27FC236}">
                <a16:creationId xmlns:a16="http://schemas.microsoft.com/office/drawing/2014/main" id="{7B5743F2-E709-4657-AF9F-4475CD8B3D31}"/>
              </a:ext>
            </a:extLst>
          </p:cNvPr>
          <p:cNvSpPr>
            <a:spLocks noGrp="1"/>
          </p:cNvSpPr>
          <p:nvPr/>
        </p:nvSpPr>
        <p:spPr>
          <a:xfrm>
            <a:off x="6191250" y="4330700"/>
            <a:ext cx="228600" cy="228600"/>
          </a:xfrm>
          <a:prstGeom prst="ellipse">
            <a:avLst/>
          </a:prstGeom>
          <a:solidFill>
            <a:srgbClr val="00AEFF"/>
          </a:solidFill>
          <a:ln w="0">
            <a:noFill/>
            <a:prstDash val="solid"/>
          </a:ln>
        </p:spPr>
        <p:txBody>
          <a:bodyPr/>
          <a:lstStyle/>
          <a:p>
            <a:endParaRPr lang="en-AU"/>
          </a:p>
        </p:txBody>
      </p:sp>
      <p:sp>
        <p:nvSpPr>
          <p:cNvPr id="19" name="Rectangle 18">
            <a:extLst>
              <a:ext uri="{FF2B5EF4-FFF2-40B4-BE49-F238E27FC236}">
                <a16:creationId xmlns:a16="http://schemas.microsoft.com/office/drawing/2014/main" id="{02BBB07E-0052-4D02-83EC-A4D67859EDF9}"/>
              </a:ext>
            </a:extLst>
          </p:cNvPr>
          <p:cNvSpPr>
            <a:spLocks noGrp="1"/>
          </p:cNvSpPr>
          <p:nvPr/>
        </p:nvSpPr>
        <p:spPr>
          <a:xfrm>
            <a:off x="6191250" y="4343400"/>
            <a:ext cx="228600" cy="190500"/>
          </a:xfrm>
          <a:prstGeom prst="rect">
            <a:avLst/>
          </a:prstGeom>
          <a:noFill/>
          <a:ln w="0">
            <a:noFill/>
            <a:prstDash val="solid"/>
          </a:ln>
        </p:spPr>
        <p:txBody>
          <a:bodyPr lIns="0" tIns="0" rIns="0" bIns="0" anchor="t">
            <a:noAutofit/>
          </a:bodyPr>
          <a:lstStyle/>
          <a:p>
            <a:pPr algn="ctr">
              <a:lnSpc>
                <a:spcPct val="105000"/>
              </a:lnSpc>
              <a:buNone/>
              <a:defRPr sz="975" b="1">
                <a:solidFill>
                  <a:srgbClr val="000025"/>
                </a:solidFill>
                <a:latin typeface="Arial"/>
                <a:ea typeface="Arial"/>
                <a:cs typeface="Arial"/>
              </a:defRPr>
            </a:pPr>
            <a:r>
              <a:rPr sz="975" b="1">
                <a:solidFill>
                  <a:srgbClr val="000025"/>
                </a:solidFill>
                <a:latin typeface="Arial"/>
                <a:ea typeface="Arial"/>
                <a:cs typeface="Arial"/>
              </a:rPr>
              <a:t>5</a:t>
            </a:r>
          </a:p>
        </p:txBody>
      </p:sp>
      <p:sp>
        <p:nvSpPr>
          <p:cNvPr id="20" name="Rectangle 19">
            <a:extLst>
              <a:ext uri="{FF2B5EF4-FFF2-40B4-BE49-F238E27FC236}">
                <a16:creationId xmlns:a16="http://schemas.microsoft.com/office/drawing/2014/main" id="{2ACFB92F-F0C0-4318-BB19-02D7C6CA5027}"/>
              </a:ext>
            </a:extLst>
          </p:cNvPr>
          <p:cNvSpPr>
            <a:spLocks noGrp="1"/>
          </p:cNvSpPr>
          <p:nvPr/>
        </p:nvSpPr>
        <p:spPr>
          <a:xfrm>
            <a:off x="6591300" y="4318000"/>
            <a:ext cx="4572000" cy="323850"/>
          </a:xfrm>
          <a:prstGeom prst="rect">
            <a:avLst/>
          </a:prstGeom>
          <a:noFill/>
          <a:ln w="0">
            <a:noFill/>
            <a:prstDash val="solid"/>
          </a:ln>
        </p:spPr>
        <p:txBody>
          <a:bodyPr lIns="0" tIns="0" rIns="0" bIns="0" anchor="t">
            <a:noAutofit/>
          </a:bodyPr>
          <a:lstStyle/>
          <a:p>
            <a:pPr algn="l">
              <a:lnSpc>
                <a:spcPct val="105000"/>
              </a:lnSpc>
              <a:buNone/>
              <a:defRPr sz="1650" b="1">
                <a:solidFill>
                  <a:srgbClr val="FFFFFF"/>
                </a:solidFill>
                <a:latin typeface="Arial"/>
                <a:ea typeface="Arial"/>
                <a:cs typeface="Arial"/>
              </a:defRPr>
            </a:pPr>
            <a:r>
              <a:rPr sz="1650" b="1">
                <a:solidFill>
                  <a:srgbClr val="FFFFFF"/>
                </a:solidFill>
                <a:latin typeface="Arial"/>
                <a:ea typeface="Arial"/>
                <a:cs typeface="Arial"/>
              </a:rPr>
              <a:t>Inject 4 — CISO: colliding duties, changed rules</a:t>
            </a:r>
          </a:p>
        </p:txBody>
      </p:sp>
      <p:sp>
        <p:nvSpPr>
          <p:cNvPr id="21" name="Oval 20">
            <a:extLst>
              <a:ext uri="{FF2B5EF4-FFF2-40B4-BE49-F238E27FC236}">
                <a16:creationId xmlns:a16="http://schemas.microsoft.com/office/drawing/2014/main" id="{D7A7D091-A48A-4E1D-B438-52D304816659}"/>
              </a:ext>
            </a:extLst>
          </p:cNvPr>
          <p:cNvSpPr>
            <a:spLocks noGrp="1"/>
          </p:cNvSpPr>
          <p:nvPr/>
        </p:nvSpPr>
        <p:spPr>
          <a:xfrm>
            <a:off x="6191250" y="5473700"/>
            <a:ext cx="228600" cy="228600"/>
          </a:xfrm>
          <a:prstGeom prst="ellipse">
            <a:avLst/>
          </a:prstGeom>
          <a:solidFill>
            <a:srgbClr val="7C3AED"/>
          </a:solidFill>
          <a:ln w="0">
            <a:noFill/>
            <a:prstDash val="solid"/>
          </a:ln>
        </p:spPr>
        <p:txBody>
          <a:bodyPr/>
          <a:lstStyle/>
          <a:p>
            <a:endParaRPr lang="en-AU"/>
          </a:p>
        </p:txBody>
      </p:sp>
      <p:sp>
        <p:nvSpPr>
          <p:cNvPr id="22" name="Rectangle 21">
            <a:extLst>
              <a:ext uri="{FF2B5EF4-FFF2-40B4-BE49-F238E27FC236}">
                <a16:creationId xmlns:a16="http://schemas.microsoft.com/office/drawing/2014/main" id="{349112DA-6F4B-4A3C-B582-04C785127940}"/>
              </a:ext>
            </a:extLst>
          </p:cNvPr>
          <p:cNvSpPr>
            <a:spLocks noGrp="1"/>
          </p:cNvSpPr>
          <p:nvPr/>
        </p:nvSpPr>
        <p:spPr>
          <a:xfrm>
            <a:off x="6191250" y="5486400"/>
            <a:ext cx="228600" cy="190500"/>
          </a:xfrm>
          <a:prstGeom prst="rect">
            <a:avLst/>
          </a:prstGeom>
          <a:noFill/>
          <a:ln w="0">
            <a:noFill/>
            <a:prstDash val="solid"/>
          </a:ln>
        </p:spPr>
        <p:txBody>
          <a:bodyPr lIns="0" tIns="0" rIns="0" bIns="0" anchor="t">
            <a:noAutofit/>
          </a:bodyPr>
          <a:lstStyle/>
          <a:p>
            <a:pPr algn="ctr">
              <a:lnSpc>
                <a:spcPct val="105000"/>
              </a:lnSpc>
              <a:buNone/>
              <a:defRPr sz="975" b="1">
                <a:solidFill>
                  <a:srgbClr val="FFFFFF"/>
                </a:solidFill>
                <a:latin typeface="Arial"/>
                <a:ea typeface="Arial"/>
                <a:cs typeface="Arial"/>
              </a:defRPr>
            </a:pPr>
            <a:r>
              <a:rPr sz="975" b="1">
                <a:solidFill>
                  <a:srgbClr val="FFFFFF"/>
                </a:solidFill>
                <a:latin typeface="Arial"/>
                <a:ea typeface="Arial"/>
                <a:cs typeface="Arial"/>
              </a:rPr>
              <a:t>6</a:t>
            </a:r>
          </a:p>
        </p:txBody>
      </p:sp>
      <p:sp>
        <p:nvSpPr>
          <p:cNvPr id="23" name="Rectangle 22">
            <a:extLst>
              <a:ext uri="{FF2B5EF4-FFF2-40B4-BE49-F238E27FC236}">
                <a16:creationId xmlns:a16="http://schemas.microsoft.com/office/drawing/2014/main" id="{D62FDD0A-B6F2-46FC-B7AF-9C4FB9601F5D}"/>
              </a:ext>
            </a:extLst>
          </p:cNvPr>
          <p:cNvSpPr>
            <a:spLocks noGrp="1"/>
          </p:cNvSpPr>
          <p:nvPr/>
        </p:nvSpPr>
        <p:spPr>
          <a:xfrm>
            <a:off x="6591300" y="5461000"/>
            <a:ext cx="4572000" cy="323850"/>
          </a:xfrm>
          <a:prstGeom prst="rect">
            <a:avLst/>
          </a:prstGeom>
          <a:noFill/>
          <a:ln w="0">
            <a:noFill/>
            <a:prstDash val="solid"/>
          </a:ln>
        </p:spPr>
        <p:txBody>
          <a:bodyPr lIns="0" tIns="0" rIns="0" bIns="0" anchor="t">
            <a:noAutofit/>
          </a:bodyPr>
          <a:lstStyle/>
          <a:p>
            <a:pPr algn="l">
              <a:lnSpc>
                <a:spcPct val="105000"/>
              </a:lnSpc>
              <a:buNone/>
              <a:defRPr sz="1650" b="1">
                <a:solidFill>
                  <a:srgbClr val="FFFFFF"/>
                </a:solidFill>
                <a:latin typeface="Arial"/>
                <a:ea typeface="Arial"/>
                <a:cs typeface="Arial"/>
              </a:defRPr>
            </a:pPr>
            <a:r>
              <a:rPr sz="1650" b="1">
                <a:solidFill>
                  <a:srgbClr val="FFFFFF"/>
                </a:solidFill>
                <a:latin typeface="Arial"/>
                <a:ea typeface="Arial"/>
                <a:cs typeface="Arial"/>
              </a:rPr>
              <a:t>Inject 5 — The board: govern the unknowable</a:t>
            </a:r>
          </a:p>
        </p:txBody>
      </p:sp>
      <p:sp>
        <p:nvSpPr>
          <p:cNvPr id="60" name="Roles Heading">
            <a:extLst>
              <a:ext uri="{FF2B5EF4-FFF2-40B4-BE49-F238E27FC236}">
                <a16:creationId xmlns:a16="http://schemas.microsoft.com/office/drawing/2014/main" id="{8BFC9EF2-9757-45E2-819F-7AE665499D7E}"/>
              </a:ext>
            </a:extLst>
          </p:cNvPr>
          <p:cNvSpPr>
            <a:spLocks noGrp="1"/>
          </p:cNvSpPr>
          <p:nvPr/>
        </p:nvSpPr>
        <p:spPr>
          <a:xfrm>
            <a:off x="609600" y="2349500"/>
            <a:ext cx="3810000" cy="190500"/>
          </a:xfrm>
          <a:prstGeom prst="rect">
            <a:avLst/>
          </a:prstGeom>
          <a:noFill/>
          <a:ln w="0">
            <a:noFill/>
            <a:prstDash val="solid"/>
          </a:ln>
        </p:spPr>
        <p:txBody>
          <a:bodyPr lIns="0" tIns="0" rIns="0" bIns="0" anchor="t">
            <a:noAutofit/>
          </a:bodyPr>
          <a:lstStyle/>
          <a:p>
            <a:pPr algn="l">
              <a:lnSpc>
                <a:spcPct val="105000"/>
              </a:lnSpc>
              <a:buNone/>
              <a:defRPr sz="975" b="1">
                <a:solidFill>
                  <a:srgbClr val="78DCFF"/>
                </a:solidFill>
                <a:latin typeface="Arial"/>
                <a:ea typeface="Arial"/>
                <a:cs typeface="Arial"/>
              </a:defRPr>
            </a:pPr>
            <a:r>
              <a:rPr sz="1600" b="1">
                <a:solidFill>
                  <a:srgbClr val="78DCFF"/>
                </a:solidFill>
                <a:latin typeface="Arial"/>
                <a:ea typeface="Arial"/>
                <a:cs typeface="Arial"/>
              </a:rPr>
              <a:t>THE DECISION CLIMBS WITH EACH ROUND</a:t>
            </a:r>
          </a:p>
        </p:txBody>
      </p:sp>
    </p:spTree>
    <p:extLst>
      <p:ext uri="{BB962C8B-B14F-4D97-AF65-F5344CB8AC3E}">
        <p14:creationId xmlns:p14="http://schemas.microsoft.com/office/powerpoint/2010/main" val="4597681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25"/>
        </a:solidFill>
        <a:effectLst/>
      </p:bgPr>
    </p:bg>
    <p:spTree>
      <p:nvGrpSpPr>
        <p:cNvPr id="1" name=""/>
        <p:cNvGrpSpPr/>
        <p:nvPr/>
      </p:nvGrpSpPr>
      <p:grpSpPr>
        <a:xfrm>
          <a:off x="0" y="0"/>
          <a:ext cx="0" cy="0"/>
          <a:chOff x="0" y="0"/>
          <a:chExt cx="0" cy="0"/>
        </a:xfrm>
      </p:grpSpPr>
      <p:sp>
        <p:nvSpPr>
          <p:cNvPr id="1951" name="Rectangle 1950">
            <a:extLst>
              <a:ext uri="{FF2B5EF4-FFF2-40B4-BE49-F238E27FC236}">
                <a16:creationId xmlns:a16="http://schemas.microsoft.com/office/drawing/2014/main" id="{5143BC5B-140D-478B-77C3-AC0F225226F2}"/>
              </a:ext>
            </a:extLst>
          </p:cNvPr>
          <p:cNvSpPr/>
          <p:nvPr/>
        </p:nvSpPr>
        <p:spPr>
          <a:xfrm>
            <a:off x="609600" y="236000"/>
            <a:ext cx="6800000" cy="2593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FICTIONAL ORGANISATION · REAL ATTACK PATTERN</a:t>
            </a:r>
          </a:p>
          <a:p>
            <a:pPr algn="l">
              <a:buNone/>
            </a:pPr>
            <a:r>
              <a:rPr lang="en-US" sz="100">
                <a:effectLst/>
              </a:rPr>
              <a:t> </a:t>
            </a:r>
            <a:endParaRPr lang="en-US"/>
          </a:p>
        </p:txBody>
      </p:sp>
      <p:sp>
        <p:nvSpPr>
          <p:cNvPr id="2013" name="Rectangle 2012">
            <a:extLst>
              <a:ext uri="{FF2B5EF4-FFF2-40B4-BE49-F238E27FC236}">
                <a16:creationId xmlns:a16="http://schemas.microsoft.com/office/drawing/2014/main" id="{0F5E783B-2978-35D5-8829-785B6EBF3E24}"/>
              </a:ext>
            </a:extLst>
          </p:cNvPr>
          <p:cNvSpPr/>
          <p:nvPr/>
        </p:nvSpPr>
        <p:spPr>
          <a:xfrm>
            <a:off x="609600" y="495300"/>
            <a:ext cx="6800000"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Arial" panose="020B0604020202020204" pitchFamily="34" charset="0"/>
              </a:rPr>
              <a:t>Riverbend Water &amp; Energy</a:t>
            </a:r>
          </a:p>
          <a:p>
            <a:pPr algn="l">
              <a:buNone/>
            </a:pPr>
            <a:r>
              <a:rPr lang="en-US" sz="100">
                <a:effectLst/>
              </a:rPr>
              <a:t> </a:t>
            </a:r>
            <a:endParaRPr lang="en-US"/>
          </a:p>
        </p:txBody>
      </p:sp>
      <p:sp>
        <p:nvSpPr>
          <p:cNvPr id="2076" name="Rectangle 2075">
            <a:extLst>
              <a:ext uri="{FF2B5EF4-FFF2-40B4-BE49-F238E27FC236}">
                <a16:creationId xmlns:a16="http://schemas.microsoft.com/office/drawing/2014/main" id="{F82AF0A8-B7F0-640D-FCAF-3E790349B7A3}"/>
              </a:ext>
            </a:extLst>
          </p:cNvPr>
          <p:cNvSpPr/>
          <p:nvPr/>
        </p:nvSpPr>
        <p:spPr>
          <a:xfrm>
            <a:off x="609600" y="1104900"/>
            <a:ext cx="6800000" cy="9525"/>
          </a:xfrm>
          <a:prstGeom prst="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0" name="Rectangle 2139">
            <a:extLst>
              <a:ext uri="{FF2B5EF4-FFF2-40B4-BE49-F238E27FC236}">
                <a16:creationId xmlns:a16="http://schemas.microsoft.com/office/drawing/2014/main" id="{BF28058D-7228-F2B7-B4C7-D2FC0500F76A}"/>
              </a:ext>
            </a:extLst>
          </p:cNvPr>
          <p:cNvSpPr/>
          <p:nvPr/>
        </p:nvSpPr>
        <p:spPr>
          <a:xfrm>
            <a:off x="609600" y="1650000"/>
            <a:ext cx="18000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ORGANISATION</a:t>
            </a:r>
            <a:endParaRPr lang="en-US"/>
          </a:p>
        </p:txBody>
      </p:sp>
      <p:sp>
        <p:nvSpPr>
          <p:cNvPr id="2205" name="Rectangle 2204">
            <a:extLst>
              <a:ext uri="{FF2B5EF4-FFF2-40B4-BE49-F238E27FC236}">
                <a16:creationId xmlns:a16="http://schemas.microsoft.com/office/drawing/2014/main" id="{7FF48FB8-970D-BD35-8D2D-5C1B72619175}"/>
              </a:ext>
            </a:extLst>
          </p:cNvPr>
          <p:cNvSpPr/>
          <p:nvPr/>
        </p:nvSpPr>
        <p:spPr>
          <a:xfrm>
            <a:off x="2450000" y="1400000"/>
            <a:ext cx="4900000" cy="8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D5E1F0"/>
                </a:solidFill>
                <a:effectLst/>
                <a:latin typeface="Arial" panose="020B0604020202020204" pitchFamily="34" charset="0"/>
              </a:rPr>
              <a:t>State-owned water and energy utility · 1.4 million customers · critical infrastructure under SOCI</a:t>
            </a:r>
          </a:p>
          <a:p>
            <a:pPr algn="l">
              <a:buNone/>
            </a:pPr>
            <a:r>
              <a:rPr lang="en-US" sz="100">
                <a:effectLst/>
              </a:rPr>
              <a:t> </a:t>
            </a:r>
            <a:endParaRPr lang="en-US"/>
          </a:p>
        </p:txBody>
      </p:sp>
      <p:sp>
        <p:nvSpPr>
          <p:cNvPr id="2271" name="Rectangle 2270">
            <a:extLst>
              <a:ext uri="{FF2B5EF4-FFF2-40B4-BE49-F238E27FC236}">
                <a16:creationId xmlns:a16="http://schemas.microsoft.com/office/drawing/2014/main" id="{57E4EFAF-563A-4F5F-6ADB-2BEA184E55A1}"/>
              </a:ext>
            </a:extLst>
          </p:cNvPr>
          <p:cNvSpPr/>
          <p:nvPr/>
        </p:nvSpPr>
        <p:spPr>
          <a:xfrm>
            <a:off x="609600" y="2610000"/>
            <a:ext cx="18000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AI ESTATE</a:t>
            </a:r>
          </a:p>
        </p:txBody>
      </p:sp>
      <p:sp>
        <p:nvSpPr>
          <p:cNvPr id="2338" name="Rectangle 2337">
            <a:extLst>
              <a:ext uri="{FF2B5EF4-FFF2-40B4-BE49-F238E27FC236}">
                <a16:creationId xmlns:a16="http://schemas.microsoft.com/office/drawing/2014/main" id="{60088C3D-B8C7-BB3A-DD15-B934E228E088}"/>
              </a:ext>
            </a:extLst>
          </p:cNvPr>
          <p:cNvSpPr/>
          <p:nvPr/>
        </p:nvSpPr>
        <p:spPr>
          <a:xfrm>
            <a:off x="2450000" y="2360000"/>
            <a:ext cx="4900000" cy="8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D5E1F0"/>
                </a:solidFill>
                <a:effectLst/>
                <a:latin typeface="Arial" panose="020B0604020202020204" pitchFamily="34" charset="0"/>
              </a:rPr>
              <a:t>A customer-assist AI agent, M365 Copilot across staff, an AI SOC triage assistant, and a third-party AI chatbot wired into the CRM.</a:t>
            </a:r>
          </a:p>
        </p:txBody>
      </p:sp>
      <p:sp>
        <p:nvSpPr>
          <p:cNvPr id="2406" name="Rectangle 2405">
            <a:extLst>
              <a:ext uri="{FF2B5EF4-FFF2-40B4-BE49-F238E27FC236}">
                <a16:creationId xmlns:a16="http://schemas.microsoft.com/office/drawing/2014/main" id="{AA0B5C13-3A72-4704-EA11-A0FB69D0990D}"/>
              </a:ext>
            </a:extLst>
          </p:cNvPr>
          <p:cNvSpPr/>
          <p:nvPr/>
        </p:nvSpPr>
        <p:spPr>
          <a:xfrm>
            <a:off x="609600" y="3570000"/>
            <a:ext cx="18000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WHAT IT HOLDS</a:t>
            </a:r>
            <a:endParaRPr lang="en-US"/>
          </a:p>
        </p:txBody>
      </p:sp>
      <p:sp>
        <p:nvSpPr>
          <p:cNvPr id="2475" name="Rectangle 2474">
            <a:extLst>
              <a:ext uri="{FF2B5EF4-FFF2-40B4-BE49-F238E27FC236}">
                <a16:creationId xmlns:a16="http://schemas.microsoft.com/office/drawing/2014/main" id="{B018D58D-3141-DFDF-ED65-DD8F6AFDA05C}"/>
              </a:ext>
            </a:extLst>
          </p:cNvPr>
          <p:cNvSpPr/>
          <p:nvPr/>
        </p:nvSpPr>
        <p:spPr>
          <a:xfrm>
            <a:off x="2450000" y="3320000"/>
            <a:ext cx="4900000" cy="8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D5E1F0"/>
                </a:solidFill>
                <a:effectLst/>
                <a:latin typeface="Arial" panose="020B0604020202020204" pitchFamily="34" charset="0"/>
              </a:rPr>
              <a:t>LLM API keys and cloud credentials in app environments; customer PII; concession and payment data; a cloud AI compute budget.</a:t>
            </a:r>
          </a:p>
        </p:txBody>
      </p:sp>
      <p:sp>
        <p:nvSpPr>
          <p:cNvPr id="2545" name="Rectangle 2544">
            <a:extLst>
              <a:ext uri="{FF2B5EF4-FFF2-40B4-BE49-F238E27FC236}">
                <a16:creationId xmlns:a16="http://schemas.microsoft.com/office/drawing/2014/main" id="{B508B7DA-1B4B-1898-C1DC-AB8D5CBC2971}"/>
              </a:ext>
            </a:extLst>
          </p:cNvPr>
          <p:cNvSpPr/>
          <p:nvPr/>
        </p:nvSpPr>
        <p:spPr>
          <a:xfrm>
            <a:off x="609600" y="4530000"/>
            <a:ext cx="18000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CAN REACH</a:t>
            </a:r>
            <a:endParaRPr lang="en-US"/>
          </a:p>
        </p:txBody>
      </p:sp>
      <p:sp>
        <p:nvSpPr>
          <p:cNvPr id="2616" name="Rectangle 2615">
            <a:extLst>
              <a:ext uri="{FF2B5EF4-FFF2-40B4-BE49-F238E27FC236}">
                <a16:creationId xmlns:a16="http://schemas.microsoft.com/office/drawing/2014/main" id="{2F1404C3-C6A2-E1BE-4D69-2D7B9F0A6A28}"/>
              </a:ext>
            </a:extLst>
          </p:cNvPr>
          <p:cNvSpPr/>
          <p:nvPr/>
        </p:nvSpPr>
        <p:spPr>
          <a:xfrm>
            <a:off x="2450000" y="4280000"/>
            <a:ext cx="4900000" cy="8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D5E1F0"/>
                </a:solidFill>
                <a:effectLst/>
                <a:latin typeface="Arial" panose="020B0604020202020204" pitchFamily="34" charset="0"/>
              </a:rPr>
              <a:t>Object store, config service, billing database, the CRM via a SaaS token — and a SCADA/IIoT gateway bridging to water and energy control systems.</a:t>
            </a:r>
          </a:p>
        </p:txBody>
      </p:sp>
      <p:sp>
        <p:nvSpPr>
          <p:cNvPr id="2688" name="Rectangle 2687">
            <a:extLst>
              <a:ext uri="{FF2B5EF4-FFF2-40B4-BE49-F238E27FC236}">
                <a16:creationId xmlns:a16="http://schemas.microsoft.com/office/drawing/2014/main" id="{0719B18E-E092-1EEF-D50A-78D0BE4838EC}"/>
              </a:ext>
            </a:extLst>
          </p:cNvPr>
          <p:cNvSpPr/>
          <p:nvPr/>
        </p:nvSpPr>
        <p:spPr>
          <a:xfrm>
            <a:off x="609600" y="5490000"/>
            <a:ext cx="18000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OBJECTIVE</a:t>
            </a:r>
            <a:endParaRPr lang="en-US"/>
          </a:p>
        </p:txBody>
      </p:sp>
      <p:sp>
        <p:nvSpPr>
          <p:cNvPr id="2761" name="Rectangle 2760">
            <a:extLst>
              <a:ext uri="{FF2B5EF4-FFF2-40B4-BE49-F238E27FC236}">
                <a16:creationId xmlns:a16="http://schemas.microsoft.com/office/drawing/2014/main" id="{47EF483E-A8EA-22BB-9805-AD1484BE2D87}"/>
              </a:ext>
            </a:extLst>
          </p:cNvPr>
          <p:cNvSpPr/>
          <p:nvPr/>
        </p:nvSpPr>
        <p:spPr>
          <a:xfrm>
            <a:off x="2450000" y="5240000"/>
            <a:ext cx="4900000" cy="8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D5E1F0"/>
                </a:solidFill>
                <a:effectLst/>
                <a:latin typeface="Arial" panose="020B0604020202020204" pitchFamily="34" charset="0"/>
              </a:rPr>
              <a:t>Protect customers and critical services, meet your obligations, preserve evidence</a:t>
            </a:r>
          </a:p>
          <a:p>
            <a:pPr algn="l">
              <a:buNone/>
            </a:pPr>
            <a:r>
              <a:rPr lang="en-US" sz="100">
                <a:effectLst/>
              </a:rPr>
              <a:t> </a:t>
            </a:r>
            <a:endParaRPr lang="en-US"/>
          </a:p>
        </p:txBody>
      </p:sp>
      <p:pic>
        <p:nvPicPr>
          <p:cNvPr id="2763" name="Picture 2762" descr="Utility operations control room at night">
            <a:extLst>
              <a:ext uri="{FF2B5EF4-FFF2-40B4-BE49-F238E27FC236}">
                <a16:creationId xmlns:a16="http://schemas.microsoft.com/office/drawing/2014/main" id="{8336C162-4791-5DB1-60C6-53F030741D22}"/>
              </a:ext>
            </a:extLst>
          </p:cNvPr>
          <p:cNvPicPr>
            <a:picLocks noChangeAspect="1"/>
          </p:cNvPicPr>
          <p:nvPr/>
        </p:nvPicPr>
        <p:blipFill>
          <a:blip r:embed="rId3"/>
          <a:stretch>
            <a:fillRect/>
          </a:stretch>
        </p:blipFill>
        <p:spPr>
          <a:xfrm>
            <a:off x="7620000" y="0"/>
            <a:ext cx="4572000" cy="6858000"/>
          </a:xfrm>
          <a:prstGeom prst="rect">
            <a:avLst/>
          </a:prstGeom>
        </p:spPr>
      </p:pic>
    </p:spTree>
    <p:extLst>
      <p:ext uri="{BB962C8B-B14F-4D97-AF65-F5344CB8AC3E}">
        <p14:creationId xmlns:p14="http://schemas.microsoft.com/office/powerpoint/2010/main" val="17826780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25"/>
        </a:solidFill>
        <a:effectLst/>
      </p:bgPr>
    </p:bg>
    <p:spTree>
      <p:nvGrpSpPr>
        <p:cNvPr id="1" name=""/>
        <p:cNvGrpSpPr/>
        <p:nvPr/>
      </p:nvGrpSpPr>
      <p:grpSpPr>
        <a:xfrm>
          <a:off x="0" y="0"/>
          <a:ext cx="0" cy="0"/>
          <a:chOff x="0" y="0"/>
          <a:chExt cx="0" cy="0"/>
        </a:xfrm>
      </p:grpSpPr>
      <p:sp>
        <p:nvSpPr>
          <p:cNvPr id="2764" name="Rectangle 2763">
            <a:extLst>
              <a:ext uri="{FF2B5EF4-FFF2-40B4-BE49-F238E27FC236}">
                <a16:creationId xmlns:a16="http://schemas.microsoft.com/office/drawing/2014/main" id="{7171387D-428F-E725-5111-E82B4811C6C3}"/>
              </a:ext>
            </a:extLst>
          </p:cNvPr>
          <p:cNvSpPr/>
          <p:nvPr/>
        </p:nvSpPr>
        <p:spPr>
          <a:xfrm>
            <a:off x="609600" y="236000"/>
            <a:ext cx="10972800" cy="2593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TRIAGE · SOC ANALYST · THURSDAY 02:10</a:t>
            </a:r>
          </a:p>
        </p:txBody>
      </p:sp>
      <p:sp>
        <p:nvSpPr>
          <p:cNvPr id="2766" name="Rectangle 2765">
            <a:extLst>
              <a:ext uri="{FF2B5EF4-FFF2-40B4-BE49-F238E27FC236}">
                <a16:creationId xmlns:a16="http://schemas.microsoft.com/office/drawing/2014/main" id="{9D875113-607E-CBCD-4722-6D2B61956F86}"/>
              </a:ext>
            </a:extLst>
          </p:cNvPr>
          <p:cNvSpPr/>
          <p:nvPr/>
        </p:nvSpPr>
        <p:spPr>
          <a:xfrm>
            <a:off x="609600" y="495300"/>
            <a:ext cx="10972800"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Arial" panose="020B0604020202020204" pitchFamily="34" charset="0"/>
              </a:rPr>
              <a:t>Is this even an incident?</a:t>
            </a:r>
          </a:p>
        </p:txBody>
      </p:sp>
      <p:sp>
        <p:nvSpPr>
          <p:cNvPr id="2769" name="Rectangle 2768">
            <a:extLst>
              <a:ext uri="{FF2B5EF4-FFF2-40B4-BE49-F238E27FC236}">
                <a16:creationId xmlns:a16="http://schemas.microsoft.com/office/drawing/2014/main" id="{78FC8D9A-7F9A-A96B-28C1-B9B8F6EDBC4A}"/>
              </a:ext>
            </a:extLst>
          </p:cNvPr>
          <p:cNvSpPr/>
          <p:nvPr/>
        </p:nvSpPr>
        <p:spPr>
          <a:xfrm>
            <a:off x="609600" y="1104900"/>
            <a:ext cx="10972800" cy="9525"/>
          </a:xfrm>
          <a:prstGeom prst="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3" name="Rectangle 2772">
            <a:extLst>
              <a:ext uri="{FF2B5EF4-FFF2-40B4-BE49-F238E27FC236}">
                <a16:creationId xmlns:a16="http://schemas.microsoft.com/office/drawing/2014/main" id="{1EECB84E-ECA6-2817-7FB0-6BFBA45C46B3}"/>
              </a:ext>
            </a:extLst>
          </p:cNvPr>
          <p:cNvSpPr/>
          <p:nvPr/>
        </p:nvSpPr>
        <p:spPr>
          <a:xfrm>
            <a:off x="11100000" y="6400000"/>
            <a:ext cx="500000" cy="2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9FB3CC"/>
                </a:solidFill>
                <a:effectLst/>
                <a:latin typeface="Arial" panose="020B0604020202020204" pitchFamily="34" charset="0"/>
              </a:rPr>
              <a:t>10</a:t>
            </a:r>
          </a:p>
        </p:txBody>
      </p:sp>
      <p:sp>
        <p:nvSpPr>
          <p:cNvPr id="2778" name="Rectangle 2777">
            <a:extLst>
              <a:ext uri="{FF2B5EF4-FFF2-40B4-BE49-F238E27FC236}">
                <a16:creationId xmlns:a16="http://schemas.microsoft.com/office/drawing/2014/main" id="{24BEE2C9-E2DB-65F6-19A5-7E37490ECA44}"/>
              </a:ext>
            </a:extLst>
          </p:cNvPr>
          <p:cNvSpPr/>
          <p:nvPr/>
        </p:nvSpPr>
        <p:spPr>
          <a:xfrm>
            <a:off x="609600" y="1400000"/>
            <a:ext cx="5334000" cy="475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4" name="Rectangle 2783">
            <a:extLst>
              <a:ext uri="{FF2B5EF4-FFF2-40B4-BE49-F238E27FC236}">
                <a16:creationId xmlns:a16="http://schemas.microsoft.com/office/drawing/2014/main" id="{6362EBBF-F9BD-B28D-12D8-2BDC87B586F8}"/>
              </a:ext>
            </a:extLst>
          </p:cNvPr>
          <p:cNvSpPr/>
          <p:nvPr/>
        </p:nvSpPr>
        <p:spPr>
          <a:xfrm>
            <a:off x="838200" y="1540000"/>
            <a:ext cx="3000000" cy="3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SITUATION</a:t>
            </a:r>
          </a:p>
          <a:p>
            <a:pPr algn="l">
              <a:buNone/>
            </a:pPr>
            <a:r>
              <a:rPr lang="en-US" sz="100">
                <a:effectLst/>
              </a:rPr>
              <a:t> </a:t>
            </a:r>
            <a:endParaRPr lang="en-US"/>
          </a:p>
        </p:txBody>
      </p:sp>
      <p:sp>
        <p:nvSpPr>
          <p:cNvPr id="2791" name="Rectangle 2790">
            <a:extLst>
              <a:ext uri="{FF2B5EF4-FFF2-40B4-BE49-F238E27FC236}">
                <a16:creationId xmlns:a16="http://schemas.microsoft.com/office/drawing/2014/main" id="{94E9AFB8-E26B-1D6C-4FB2-51D0974B1831}"/>
              </a:ext>
            </a:extLst>
          </p:cNvPr>
          <p:cNvSpPr/>
          <p:nvPr/>
        </p:nvSpPr>
        <p:spPr>
          <a:xfrm>
            <a:off x="838200" y="1880000"/>
            <a:ext cx="4876800" cy="3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l">
              <a:buNone/>
            </a:pPr>
            <a:r>
              <a:rPr lang="en-US" sz="1600">
                <a:solidFill>
                  <a:srgbClr val="D5E1F0"/>
                </a:solidFill>
                <a:effectLst/>
                <a:latin typeface="Arial"/>
              </a:rPr>
              <a:t>Quiet night shift. Your AI SOC assistant auto-closed a cluster of alerts as 'benign — routine maintenance job'.</a:t>
            </a:r>
          </a:p>
          <a:p>
            <a:pPr algn="l">
              <a:buNone/>
            </a:pPr>
            <a:endParaRPr lang="en-US" sz="1000"/>
          </a:p>
          <a:p>
            <a:pPr algn="l">
              <a:buNone/>
            </a:pPr>
            <a:r>
              <a:rPr lang="en-US" sz="1600">
                <a:solidFill>
                  <a:srgbClr val="D5E1F0"/>
                </a:solidFill>
                <a:effectLst/>
                <a:latin typeface="Arial"/>
              </a:rPr>
              <a:t>But the raw telemetry doesn't match its summary: the 'maintenance' account is one no one recognises, and two log lines it quotes as evidence don't exist in the raw logs.</a:t>
            </a:r>
          </a:p>
          <a:p>
            <a:pPr algn="l">
              <a:buNone/>
            </a:pPr>
            <a:endParaRPr lang="en-US" sz="1000"/>
          </a:p>
          <a:p>
            <a:pPr algn="l">
              <a:buNone/>
            </a:pPr>
            <a:r>
              <a:rPr lang="en-US" sz="1600">
                <a:solidFill>
                  <a:srgbClr val="D5E1F0"/>
                </a:solidFill>
                <a:effectLst/>
                <a:latin typeface="Arial"/>
              </a:rPr>
              <a:t>EDR shows a faint 30-minute beacon the assistant never mentioned. Nothing is confirmed.</a:t>
            </a:r>
          </a:p>
          <a:p>
            <a:pPr algn="l">
              <a:buNone/>
            </a:pPr>
            <a:endParaRPr lang="en-US" sz="1000"/>
          </a:p>
          <a:p>
            <a:pPr algn="l">
              <a:buNone/>
            </a:pPr>
            <a:r>
              <a:rPr lang="en-US" sz="1600">
                <a:solidFill>
                  <a:srgbClr val="D5E1F0"/>
                </a:solidFill>
                <a:effectLst/>
                <a:latin typeface="Arial"/>
              </a:rPr>
              <a:t>Nobody is paged yet. The next move is yours.</a:t>
            </a:r>
          </a:p>
        </p:txBody>
      </p:sp>
      <p:sp>
        <p:nvSpPr>
          <p:cNvPr id="2799" name="Rectangle 2798">
            <a:extLst>
              <a:ext uri="{FF2B5EF4-FFF2-40B4-BE49-F238E27FC236}">
                <a16:creationId xmlns:a16="http://schemas.microsoft.com/office/drawing/2014/main" id="{E1909CFC-F66B-015E-3A7D-33C2D8790510}"/>
              </a:ext>
            </a:extLst>
          </p:cNvPr>
          <p:cNvSpPr/>
          <p:nvPr/>
        </p:nvSpPr>
        <p:spPr>
          <a:xfrm>
            <a:off x="838200" y="5380000"/>
            <a:ext cx="4876800"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a:solidFill>
                  <a:srgbClr val="78DCFF"/>
                </a:solidFill>
                <a:effectLst/>
                <a:latin typeface="Arial" panose="020B0604020202020204" pitchFamily="34" charset="0"/>
              </a:rPr>
              <a:t>What is your priority?</a:t>
            </a:r>
          </a:p>
          <a:p>
            <a:pPr algn="l">
              <a:buNone/>
            </a:pPr>
            <a:r>
              <a:rPr lang="en-US" sz="100">
                <a:effectLst/>
              </a:rPr>
              <a:t> </a:t>
            </a:r>
            <a:endParaRPr lang="en-US"/>
          </a:p>
        </p:txBody>
      </p:sp>
      <p:sp>
        <p:nvSpPr>
          <p:cNvPr id="2808" name="Rectangle 2807">
            <a:extLst>
              <a:ext uri="{FF2B5EF4-FFF2-40B4-BE49-F238E27FC236}">
                <a16:creationId xmlns:a16="http://schemas.microsoft.com/office/drawing/2014/main" id="{C0833BCB-3A5F-6F97-0759-D11E599ACBCE}"/>
              </a:ext>
            </a:extLst>
          </p:cNvPr>
          <p:cNvSpPr/>
          <p:nvPr/>
        </p:nvSpPr>
        <p:spPr>
          <a:xfrm>
            <a:off x="6200000" y="1400000"/>
            <a:ext cx="5382400" cy="106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8" name="Oval 2817">
            <a:extLst>
              <a:ext uri="{FF2B5EF4-FFF2-40B4-BE49-F238E27FC236}">
                <a16:creationId xmlns:a16="http://schemas.microsoft.com/office/drawing/2014/main" id="{8EA1352B-C0ED-2A64-69CC-8BC89132FBA0}"/>
              </a:ext>
            </a:extLst>
          </p:cNvPr>
          <p:cNvSpPr/>
          <p:nvPr/>
        </p:nvSpPr>
        <p:spPr>
          <a:xfrm>
            <a:off x="6380000" y="1609960"/>
            <a:ext cx="640080" cy="640080"/>
          </a:xfrm>
          <a:prstGeom prst="ellipse">
            <a:avLst/>
          </a:prstGeom>
          <a:solidFill>
            <a:srgbClr val="000025"/>
          </a:solidFill>
          <a:ln w="254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A</a:t>
            </a:r>
          </a:p>
          <a:p>
            <a:pPr algn="ctr">
              <a:buNone/>
            </a:pPr>
            <a:r>
              <a:rPr lang="en-US" sz="100">
                <a:effectLst/>
              </a:rPr>
              <a:t> </a:t>
            </a:r>
            <a:endParaRPr lang="en-US"/>
          </a:p>
        </p:txBody>
      </p:sp>
      <p:sp>
        <p:nvSpPr>
          <p:cNvPr id="2829" name="Rectangle 2828">
            <a:extLst>
              <a:ext uri="{FF2B5EF4-FFF2-40B4-BE49-F238E27FC236}">
                <a16:creationId xmlns:a16="http://schemas.microsoft.com/office/drawing/2014/main" id="{FD127209-A053-2E78-8462-FE383344A8C4}"/>
              </a:ext>
            </a:extLst>
          </p:cNvPr>
          <p:cNvSpPr/>
          <p:nvPr/>
        </p:nvSpPr>
        <p:spPr>
          <a:xfrm>
            <a:off x="7200000" y="1480000"/>
            <a:ext cx="425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Raise a full incident and page on-call now, on suspicion</a:t>
            </a:r>
          </a:p>
        </p:txBody>
      </p:sp>
      <p:sp>
        <p:nvSpPr>
          <p:cNvPr id="2841" name="Rectangle 2840">
            <a:extLst>
              <a:ext uri="{FF2B5EF4-FFF2-40B4-BE49-F238E27FC236}">
                <a16:creationId xmlns:a16="http://schemas.microsoft.com/office/drawing/2014/main" id="{3B4AEDDC-2D0D-9427-A622-F218AC27B7E4}"/>
              </a:ext>
            </a:extLst>
          </p:cNvPr>
          <p:cNvSpPr/>
          <p:nvPr/>
        </p:nvSpPr>
        <p:spPr>
          <a:xfrm>
            <a:off x="6200000" y="2630000"/>
            <a:ext cx="5382400" cy="106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4" name="Oval 2853">
            <a:extLst>
              <a:ext uri="{FF2B5EF4-FFF2-40B4-BE49-F238E27FC236}">
                <a16:creationId xmlns:a16="http://schemas.microsoft.com/office/drawing/2014/main" id="{7779B3C4-C47D-8A25-80E1-2582DFCB8910}"/>
              </a:ext>
            </a:extLst>
          </p:cNvPr>
          <p:cNvSpPr/>
          <p:nvPr/>
        </p:nvSpPr>
        <p:spPr>
          <a:xfrm>
            <a:off x="6380000" y="2839960"/>
            <a:ext cx="640080" cy="640080"/>
          </a:xfrm>
          <a:prstGeom prst="ellipse">
            <a:avLst/>
          </a:prstGeom>
          <a:solidFill>
            <a:srgbClr val="000025"/>
          </a:solidFill>
          <a:ln w="254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B</a:t>
            </a:r>
          </a:p>
          <a:p>
            <a:pPr algn="ctr">
              <a:buNone/>
            </a:pPr>
            <a:r>
              <a:rPr lang="en-US" sz="100">
                <a:effectLst/>
              </a:rPr>
              <a:t> </a:t>
            </a:r>
            <a:endParaRPr lang="en-US"/>
          </a:p>
        </p:txBody>
      </p:sp>
      <p:sp>
        <p:nvSpPr>
          <p:cNvPr id="2868" name="Rectangle 2867">
            <a:extLst>
              <a:ext uri="{FF2B5EF4-FFF2-40B4-BE49-F238E27FC236}">
                <a16:creationId xmlns:a16="http://schemas.microsoft.com/office/drawing/2014/main" id="{6C332595-4DF2-9DE7-9BC4-4E3D5011743D}"/>
              </a:ext>
            </a:extLst>
          </p:cNvPr>
          <p:cNvSpPr/>
          <p:nvPr/>
        </p:nvSpPr>
        <p:spPr>
          <a:xfrm>
            <a:off x="7200000" y="2710000"/>
            <a:ext cx="425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Trust the assistant's 'benign' verdict; note it for day shift</a:t>
            </a:r>
          </a:p>
        </p:txBody>
      </p:sp>
      <p:sp>
        <p:nvSpPr>
          <p:cNvPr id="2883" name="Rectangle 2882">
            <a:extLst>
              <a:ext uri="{FF2B5EF4-FFF2-40B4-BE49-F238E27FC236}">
                <a16:creationId xmlns:a16="http://schemas.microsoft.com/office/drawing/2014/main" id="{7D5905DD-2F54-A848-D310-D7C131F92EA5}"/>
              </a:ext>
            </a:extLst>
          </p:cNvPr>
          <p:cNvSpPr/>
          <p:nvPr/>
        </p:nvSpPr>
        <p:spPr>
          <a:xfrm>
            <a:off x="6200000" y="3860000"/>
            <a:ext cx="5382400" cy="106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9" name="Oval 2898">
            <a:extLst>
              <a:ext uri="{FF2B5EF4-FFF2-40B4-BE49-F238E27FC236}">
                <a16:creationId xmlns:a16="http://schemas.microsoft.com/office/drawing/2014/main" id="{B02D1543-DD35-7200-9BFC-FEA47E14052C}"/>
              </a:ext>
            </a:extLst>
          </p:cNvPr>
          <p:cNvSpPr/>
          <p:nvPr/>
        </p:nvSpPr>
        <p:spPr>
          <a:xfrm>
            <a:off x="6380000" y="4069960"/>
            <a:ext cx="640080" cy="640080"/>
          </a:xfrm>
          <a:prstGeom prst="ellipse">
            <a:avLst/>
          </a:prstGeom>
          <a:solidFill>
            <a:srgbClr val="000025"/>
          </a:solidFill>
          <a:ln w="254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C</a:t>
            </a:r>
          </a:p>
          <a:p>
            <a:pPr algn="ctr">
              <a:buNone/>
            </a:pPr>
            <a:r>
              <a:rPr lang="en-US" sz="100">
                <a:effectLst/>
              </a:rPr>
              <a:t> </a:t>
            </a:r>
            <a:endParaRPr lang="en-US"/>
          </a:p>
        </p:txBody>
      </p:sp>
      <p:sp>
        <p:nvSpPr>
          <p:cNvPr id="2916" name="Rectangle 2915">
            <a:extLst>
              <a:ext uri="{FF2B5EF4-FFF2-40B4-BE49-F238E27FC236}">
                <a16:creationId xmlns:a16="http://schemas.microsoft.com/office/drawing/2014/main" id="{7305CAF2-1184-A867-3205-5EB448B8CB29}"/>
              </a:ext>
            </a:extLst>
          </p:cNvPr>
          <p:cNvSpPr/>
          <p:nvPr/>
        </p:nvSpPr>
        <p:spPr>
          <a:xfrm>
            <a:off x="7200000" y="3940000"/>
            <a:ext cx="425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Go to ground truth — rebuild the timeline from raw logs yourself</a:t>
            </a:r>
          </a:p>
        </p:txBody>
      </p:sp>
      <p:sp>
        <p:nvSpPr>
          <p:cNvPr id="2934" name="Rectangle 2933">
            <a:extLst>
              <a:ext uri="{FF2B5EF4-FFF2-40B4-BE49-F238E27FC236}">
                <a16:creationId xmlns:a16="http://schemas.microsoft.com/office/drawing/2014/main" id="{E83ECDB3-8F99-BD58-3D0F-77D826472E12}"/>
              </a:ext>
            </a:extLst>
          </p:cNvPr>
          <p:cNvSpPr/>
          <p:nvPr/>
        </p:nvSpPr>
        <p:spPr>
          <a:xfrm>
            <a:off x="6200000" y="5090000"/>
            <a:ext cx="5382400" cy="106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3" name="Oval 2952">
            <a:extLst>
              <a:ext uri="{FF2B5EF4-FFF2-40B4-BE49-F238E27FC236}">
                <a16:creationId xmlns:a16="http://schemas.microsoft.com/office/drawing/2014/main" id="{87E23492-98E7-81BD-CDB8-7C240DAA7CE0}"/>
              </a:ext>
            </a:extLst>
          </p:cNvPr>
          <p:cNvSpPr/>
          <p:nvPr/>
        </p:nvSpPr>
        <p:spPr>
          <a:xfrm>
            <a:off x="6380000" y="5299960"/>
            <a:ext cx="640080" cy="640080"/>
          </a:xfrm>
          <a:prstGeom prst="ellipse">
            <a:avLst/>
          </a:prstGeom>
          <a:solidFill>
            <a:srgbClr val="000025"/>
          </a:solidFill>
          <a:ln w="254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D</a:t>
            </a:r>
          </a:p>
          <a:p>
            <a:pPr algn="ctr">
              <a:buNone/>
            </a:pPr>
            <a:r>
              <a:rPr lang="en-US" sz="100">
                <a:effectLst/>
              </a:rPr>
              <a:t> </a:t>
            </a:r>
            <a:endParaRPr lang="en-US"/>
          </a:p>
        </p:txBody>
      </p:sp>
      <p:sp>
        <p:nvSpPr>
          <p:cNvPr id="2973" name="Rectangle 2972">
            <a:extLst>
              <a:ext uri="{FF2B5EF4-FFF2-40B4-BE49-F238E27FC236}">
                <a16:creationId xmlns:a16="http://schemas.microsoft.com/office/drawing/2014/main" id="{CA3BC9C3-6E33-C858-0607-AD9E4BC6CC7E}"/>
              </a:ext>
            </a:extLst>
          </p:cNvPr>
          <p:cNvSpPr/>
          <p:nvPr/>
        </p:nvSpPr>
        <p:spPr>
          <a:xfrm>
            <a:off x="7200000" y="5170000"/>
            <a:ext cx="425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Scope quietly — hunt that account and beacon elsewhere first</a:t>
            </a:r>
          </a:p>
        </p:txBody>
      </p:sp>
    </p:spTree>
    <p:extLst>
      <p:ext uri="{BB962C8B-B14F-4D97-AF65-F5344CB8AC3E}">
        <p14:creationId xmlns:p14="http://schemas.microsoft.com/office/powerpoint/2010/main" val="38108467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25"/>
        </a:solidFill>
        <a:effectLst/>
      </p:bgPr>
    </p:bg>
    <p:spTree>
      <p:nvGrpSpPr>
        <p:cNvPr id="1" name=""/>
        <p:cNvGrpSpPr/>
        <p:nvPr/>
      </p:nvGrpSpPr>
      <p:grpSpPr>
        <a:xfrm>
          <a:off x="0" y="0"/>
          <a:ext cx="0" cy="0"/>
          <a:chOff x="0" y="0"/>
          <a:chExt cx="0" cy="0"/>
        </a:xfrm>
      </p:grpSpPr>
      <p:sp>
        <p:nvSpPr>
          <p:cNvPr id="2994" name="Rectangle 2993">
            <a:extLst>
              <a:ext uri="{FF2B5EF4-FFF2-40B4-BE49-F238E27FC236}">
                <a16:creationId xmlns:a16="http://schemas.microsoft.com/office/drawing/2014/main" id="{0212FEE9-FBE0-D63F-99C9-E65FADAC2CDE}"/>
              </a:ext>
            </a:extLst>
          </p:cNvPr>
          <p:cNvSpPr/>
          <p:nvPr/>
        </p:nvSpPr>
        <p:spPr>
          <a:xfrm>
            <a:off x="609600" y="236000"/>
            <a:ext cx="10972800" cy="2593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TRIAGE · WHAT A SOC ANALYST ACTUALLY DOES</a:t>
            </a:r>
          </a:p>
        </p:txBody>
      </p:sp>
      <p:sp>
        <p:nvSpPr>
          <p:cNvPr id="3016" name="Rectangle 3015">
            <a:extLst>
              <a:ext uri="{FF2B5EF4-FFF2-40B4-BE49-F238E27FC236}">
                <a16:creationId xmlns:a16="http://schemas.microsoft.com/office/drawing/2014/main" id="{C1E94008-D6E1-D162-FAB5-584328F8D4B4}"/>
              </a:ext>
            </a:extLst>
          </p:cNvPr>
          <p:cNvSpPr/>
          <p:nvPr/>
        </p:nvSpPr>
        <p:spPr>
          <a:xfrm>
            <a:off x="609600" y="495300"/>
            <a:ext cx="10972800"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Arial" panose="020B0604020202020204" pitchFamily="34" charset="0"/>
              </a:rPr>
              <a:t>Option considerations</a:t>
            </a:r>
          </a:p>
          <a:p>
            <a:pPr algn="l">
              <a:buNone/>
            </a:pPr>
            <a:r>
              <a:rPr lang="en-US" sz="100">
                <a:effectLst/>
              </a:rPr>
              <a:t> </a:t>
            </a:r>
            <a:endParaRPr lang="en-US"/>
          </a:p>
        </p:txBody>
      </p:sp>
      <p:sp>
        <p:nvSpPr>
          <p:cNvPr id="3039" name="Rectangle 3038">
            <a:extLst>
              <a:ext uri="{FF2B5EF4-FFF2-40B4-BE49-F238E27FC236}">
                <a16:creationId xmlns:a16="http://schemas.microsoft.com/office/drawing/2014/main" id="{A3B3CAFA-6A1E-51C6-6B7D-7F634B33E86B}"/>
              </a:ext>
            </a:extLst>
          </p:cNvPr>
          <p:cNvSpPr/>
          <p:nvPr/>
        </p:nvSpPr>
        <p:spPr>
          <a:xfrm>
            <a:off x="609600" y="1104900"/>
            <a:ext cx="10972800" cy="9525"/>
          </a:xfrm>
          <a:prstGeom prst="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3" name="Rectangle 3062">
            <a:extLst>
              <a:ext uri="{FF2B5EF4-FFF2-40B4-BE49-F238E27FC236}">
                <a16:creationId xmlns:a16="http://schemas.microsoft.com/office/drawing/2014/main" id="{B2EF37D3-B235-0236-6251-04B23A02BF67}"/>
              </a:ext>
            </a:extLst>
          </p:cNvPr>
          <p:cNvSpPr/>
          <p:nvPr/>
        </p:nvSpPr>
        <p:spPr>
          <a:xfrm>
            <a:off x="11100000" y="6400000"/>
            <a:ext cx="500000" cy="2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9FB3CC"/>
                </a:solidFill>
                <a:effectLst/>
                <a:latin typeface="Arial" panose="020B0604020202020204" pitchFamily="34" charset="0"/>
              </a:rPr>
              <a:t>11</a:t>
            </a:r>
          </a:p>
        </p:txBody>
      </p:sp>
      <p:sp>
        <p:nvSpPr>
          <p:cNvPr id="3088" name="Rectangle 3087">
            <a:extLst>
              <a:ext uri="{FF2B5EF4-FFF2-40B4-BE49-F238E27FC236}">
                <a16:creationId xmlns:a16="http://schemas.microsoft.com/office/drawing/2014/main" id="{81B9A636-3FBB-60BD-A9EF-6425EEAC4371}"/>
              </a:ext>
            </a:extLst>
          </p:cNvPr>
          <p:cNvSpPr/>
          <p:nvPr/>
        </p:nvSpPr>
        <p:spPr>
          <a:xfrm>
            <a:off x="609600" y="1250000"/>
            <a:ext cx="3000000" cy="39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OPTION</a:t>
            </a:r>
          </a:p>
          <a:p>
            <a:pPr algn="l">
              <a:buNone/>
            </a:pPr>
            <a:r>
              <a:rPr lang="en-US" sz="100">
                <a:effectLst/>
              </a:rPr>
              <a:t> </a:t>
            </a:r>
            <a:endParaRPr lang="en-US"/>
          </a:p>
        </p:txBody>
      </p:sp>
      <p:sp>
        <p:nvSpPr>
          <p:cNvPr id="3114" name="Rectangle 3113">
            <a:extLst>
              <a:ext uri="{FF2B5EF4-FFF2-40B4-BE49-F238E27FC236}">
                <a16:creationId xmlns:a16="http://schemas.microsoft.com/office/drawing/2014/main" id="{16F72C63-D430-4BAB-713A-0A34517CFA65}"/>
              </a:ext>
            </a:extLst>
          </p:cNvPr>
          <p:cNvSpPr/>
          <p:nvPr/>
        </p:nvSpPr>
        <p:spPr>
          <a:xfrm>
            <a:off x="4450000" y="1250000"/>
            <a:ext cx="3450000" cy="39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  WHY IT HELPS</a:t>
            </a:r>
          </a:p>
          <a:p>
            <a:pPr algn="l">
              <a:buNone/>
            </a:pPr>
            <a:r>
              <a:rPr lang="en-US" sz="100">
                <a:effectLst/>
              </a:rPr>
              <a:t> </a:t>
            </a:r>
            <a:endParaRPr lang="en-US"/>
          </a:p>
        </p:txBody>
      </p:sp>
      <p:sp>
        <p:nvSpPr>
          <p:cNvPr id="3141" name="Rectangle 3140">
            <a:extLst>
              <a:ext uri="{FF2B5EF4-FFF2-40B4-BE49-F238E27FC236}">
                <a16:creationId xmlns:a16="http://schemas.microsoft.com/office/drawing/2014/main" id="{E2DF9717-12D4-1B18-7634-F83AE15D8403}"/>
              </a:ext>
            </a:extLst>
          </p:cNvPr>
          <p:cNvSpPr/>
          <p:nvPr/>
        </p:nvSpPr>
        <p:spPr>
          <a:xfrm>
            <a:off x="8050000" y="1250000"/>
            <a:ext cx="3450000" cy="39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  WATCH OUT</a:t>
            </a:r>
          </a:p>
          <a:p>
            <a:pPr algn="l">
              <a:buNone/>
            </a:pPr>
            <a:r>
              <a:rPr lang="en-US" sz="100">
                <a:effectLst/>
              </a:rPr>
              <a:t> </a:t>
            </a:r>
            <a:endParaRPr lang="en-US"/>
          </a:p>
        </p:txBody>
      </p:sp>
      <p:sp>
        <p:nvSpPr>
          <p:cNvPr id="3169" name="Rectangle 3168">
            <a:extLst>
              <a:ext uri="{FF2B5EF4-FFF2-40B4-BE49-F238E27FC236}">
                <a16:creationId xmlns:a16="http://schemas.microsoft.com/office/drawing/2014/main" id="{00190C28-1C66-83DC-BA2D-0BB215C6652C}"/>
              </a:ext>
            </a:extLst>
          </p:cNvPr>
          <p:cNvSpPr/>
          <p:nvPr/>
        </p:nvSpPr>
        <p:spPr>
          <a:xfrm>
            <a:off x="609600" y="1640000"/>
            <a:ext cx="10972800" cy="10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8" name="Oval 3197">
            <a:extLst>
              <a:ext uri="{FF2B5EF4-FFF2-40B4-BE49-F238E27FC236}">
                <a16:creationId xmlns:a16="http://schemas.microsoft.com/office/drawing/2014/main" id="{F46821B1-9222-5BA4-B83C-F04F57CE257A}"/>
              </a:ext>
            </a:extLst>
          </p:cNvPr>
          <p:cNvSpPr/>
          <p:nvPr/>
        </p:nvSpPr>
        <p:spPr>
          <a:xfrm>
            <a:off x="790000" y="1865680"/>
            <a:ext cx="548640" cy="548640"/>
          </a:xfrm>
          <a:prstGeom prst="ellipse">
            <a:avLst/>
          </a:prstGeom>
          <a:solidFill>
            <a:srgbClr val="000025"/>
          </a:solidFill>
          <a:ln w="1905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78DCFF"/>
                </a:solidFill>
                <a:effectLst/>
                <a:latin typeface="Arial" panose="020B0604020202020204" pitchFamily="34" charset="0"/>
              </a:rPr>
              <a:t>A</a:t>
            </a:r>
          </a:p>
          <a:p>
            <a:pPr algn="ctr">
              <a:buNone/>
            </a:pPr>
            <a:r>
              <a:rPr lang="en-US" sz="100">
                <a:effectLst/>
              </a:rPr>
              <a:t> </a:t>
            </a:r>
            <a:endParaRPr lang="en-US"/>
          </a:p>
        </p:txBody>
      </p:sp>
      <p:sp>
        <p:nvSpPr>
          <p:cNvPr id="3228" name="Rectangle 3227">
            <a:extLst>
              <a:ext uri="{FF2B5EF4-FFF2-40B4-BE49-F238E27FC236}">
                <a16:creationId xmlns:a16="http://schemas.microsoft.com/office/drawing/2014/main" id="{E0D49A92-F59C-652A-AAFE-FC22E6409EF1}"/>
              </a:ext>
            </a:extLst>
          </p:cNvPr>
          <p:cNvSpPr/>
          <p:nvPr/>
        </p:nvSpPr>
        <p:spPr>
          <a:xfrm>
            <a:off x="1500000" y="1730000"/>
            <a:ext cx="285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Escalate on suspicion</a:t>
            </a:r>
          </a:p>
        </p:txBody>
      </p:sp>
      <p:sp>
        <p:nvSpPr>
          <p:cNvPr id="3259" name="Rectangle: Rounded Corners 3258">
            <a:extLst>
              <a:ext uri="{FF2B5EF4-FFF2-40B4-BE49-F238E27FC236}">
                <a16:creationId xmlns:a16="http://schemas.microsoft.com/office/drawing/2014/main" id="{F3999837-33D4-2D1B-A8A9-BAC7DEC80E84}"/>
              </a:ext>
            </a:extLst>
          </p:cNvPr>
          <p:cNvSpPr/>
          <p:nvPr/>
        </p:nvSpPr>
        <p:spPr>
          <a:xfrm>
            <a:off x="1500000" y="2130000"/>
            <a:ext cx="1600000" cy="436168"/>
          </a:xfrm>
          <a:prstGeom prst="round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000025"/>
                </a:solidFill>
                <a:effectLst/>
                <a:latin typeface="Arial" panose="020B0604020202020204" pitchFamily="34" charset="0"/>
              </a:rPr>
              <a:t>DEFENSIBLE</a:t>
            </a:r>
          </a:p>
        </p:txBody>
      </p:sp>
      <p:sp>
        <p:nvSpPr>
          <p:cNvPr id="3291" name="Rectangle 3290">
            <a:extLst>
              <a:ext uri="{FF2B5EF4-FFF2-40B4-BE49-F238E27FC236}">
                <a16:creationId xmlns:a16="http://schemas.microsoft.com/office/drawing/2014/main" id="{329BEEC5-C4D1-918C-1FDA-FB90640F17A3}"/>
              </a:ext>
            </a:extLst>
          </p:cNvPr>
          <p:cNvSpPr/>
          <p:nvPr/>
        </p:nvSpPr>
        <p:spPr>
          <a:xfrm>
            <a:off x="4450000" y="174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If the asset is critical and your risk appetite is low, early escalation is legitimate — minutes matter against an agent.</a:t>
            </a:r>
          </a:p>
        </p:txBody>
      </p:sp>
      <p:sp>
        <p:nvSpPr>
          <p:cNvPr id="3324" name="Rectangle 3323">
            <a:extLst>
              <a:ext uri="{FF2B5EF4-FFF2-40B4-BE49-F238E27FC236}">
                <a16:creationId xmlns:a16="http://schemas.microsoft.com/office/drawing/2014/main" id="{22FAA2FE-5EC6-2EF8-E4A0-2D125895C593}"/>
              </a:ext>
            </a:extLst>
          </p:cNvPr>
          <p:cNvSpPr/>
          <p:nvPr/>
        </p:nvSpPr>
        <p:spPr>
          <a:xfrm>
            <a:off x="8050000" y="174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Paging on every anomaly burns credibility and cycles; you still owe the on-call a scoped, evidence-based brief.</a:t>
            </a:r>
          </a:p>
        </p:txBody>
      </p:sp>
      <p:sp>
        <p:nvSpPr>
          <p:cNvPr id="3358" name="Rectangle 3357">
            <a:extLst>
              <a:ext uri="{FF2B5EF4-FFF2-40B4-BE49-F238E27FC236}">
                <a16:creationId xmlns:a16="http://schemas.microsoft.com/office/drawing/2014/main" id="{7EFCBC2E-72ED-73EC-174C-6336C04278EF}"/>
              </a:ext>
            </a:extLst>
          </p:cNvPr>
          <p:cNvSpPr/>
          <p:nvPr/>
        </p:nvSpPr>
        <p:spPr>
          <a:xfrm>
            <a:off x="609600" y="2750000"/>
            <a:ext cx="10972800" cy="10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3" name="Oval 3392">
            <a:extLst>
              <a:ext uri="{FF2B5EF4-FFF2-40B4-BE49-F238E27FC236}">
                <a16:creationId xmlns:a16="http://schemas.microsoft.com/office/drawing/2014/main" id="{104EBD7C-6C18-CD61-6579-E294CD7CAE06}"/>
              </a:ext>
            </a:extLst>
          </p:cNvPr>
          <p:cNvSpPr/>
          <p:nvPr/>
        </p:nvSpPr>
        <p:spPr>
          <a:xfrm>
            <a:off x="790000" y="2975680"/>
            <a:ext cx="548640" cy="548640"/>
          </a:xfrm>
          <a:prstGeom prst="ellipse">
            <a:avLst/>
          </a:prstGeom>
          <a:solidFill>
            <a:srgbClr val="000025"/>
          </a:solidFill>
          <a:ln w="1905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78DCFF"/>
                </a:solidFill>
                <a:effectLst/>
                <a:latin typeface="Arial" panose="020B0604020202020204" pitchFamily="34" charset="0"/>
              </a:rPr>
              <a:t>B</a:t>
            </a:r>
          </a:p>
          <a:p>
            <a:pPr algn="ctr">
              <a:buNone/>
            </a:pPr>
            <a:r>
              <a:rPr lang="en-US" sz="100">
                <a:effectLst/>
              </a:rPr>
              <a:t> </a:t>
            </a:r>
            <a:endParaRPr lang="en-US"/>
          </a:p>
        </p:txBody>
      </p:sp>
      <p:sp>
        <p:nvSpPr>
          <p:cNvPr id="3429" name="Rectangle 3428">
            <a:extLst>
              <a:ext uri="{FF2B5EF4-FFF2-40B4-BE49-F238E27FC236}">
                <a16:creationId xmlns:a16="http://schemas.microsoft.com/office/drawing/2014/main" id="{3DA92150-843E-F3CB-3C7B-98D41CD1125E}"/>
              </a:ext>
            </a:extLst>
          </p:cNvPr>
          <p:cNvSpPr/>
          <p:nvPr/>
        </p:nvSpPr>
        <p:spPr>
          <a:xfrm>
            <a:off x="1500000" y="2840000"/>
            <a:ext cx="285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Trust the AI verdict</a:t>
            </a:r>
          </a:p>
        </p:txBody>
      </p:sp>
      <p:sp>
        <p:nvSpPr>
          <p:cNvPr id="3466" name="Rectangle: Rounded Corners 3465">
            <a:extLst>
              <a:ext uri="{FF2B5EF4-FFF2-40B4-BE49-F238E27FC236}">
                <a16:creationId xmlns:a16="http://schemas.microsoft.com/office/drawing/2014/main" id="{8FE21EF5-24EA-596C-C078-C38C22643DB7}"/>
              </a:ext>
            </a:extLst>
          </p:cNvPr>
          <p:cNvSpPr/>
          <p:nvPr/>
        </p:nvSpPr>
        <p:spPr>
          <a:xfrm>
            <a:off x="1500000" y="3240000"/>
            <a:ext cx="1600000" cy="436168"/>
          </a:xfrm>
          <a:prstGeom prst="round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D5E1F0"/>
                </a:solidFill>
                <a:effectLst/>
                <a:latin typeface="Arial" panose="020B0604020202020204" pitchFamily="34" charset="0"/>
              </a:rPr>
              <a:t>AVOID</a:t>
            </a:r>
          </a:p>
          <a:p>
            <a:pPr algn="ctr">
              <a:buNone/>
            </a:pPr>
            <a:r>
              <a:rPr lang="en-US" sz="100">
                <a:effectLst/>
              </a:rPr>
              <a:t> </a:t>
            </a:r>
            <a:endParaRPr lang="en-US"/>
          </a:p>
        </p:txBody>
      </p:sp>
      <p:sp>
        <p:nvSpPr>
          <p:cNvPr id="3504" name="Rectangle 3503">
            <a:extLst>
              <a:ext uri="{FF2B5EF4-FFF2-40B4-BE49-F238E27FC236}">
                <a16:creationId xmlns:a16="http://schemas.microsoft.com/office/drawing/2014/main" id="{852281EF-AAA7-5EF0-4A77-5E118792D9A5}"/>
              </a:ext>
            </a:extLst>
          </p:cNvPr>
          <p:cNvSpPr/>
          <p:nvPr/>
        </p:nvSpPr>
        <p:spPr>
          <a:xfrm>
            <a:off x="4450000" y="285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Fast, and the assistant is usually right — that's why teams lean on it.</a:t>
            </a:r>
          </a:p>
        </p:txBody>
      </p:sp>
      <p:sp>
        <p:nvSpPr>
          <p:cNvPr id="3543" name="Rectangle 3542">
            <a:extLst>
              <a:ext uri="{FF2B5EF4-FFF2-40B4-BE49-F238E27FC236}">
                <a16:creationId xmlns:a16="http://schemas.microsoft.com/office/drawing/2014/main" id="{795FCFF9-7EBF-1A72-339D-3609FF90919E}"/>
              </a:ext>
            </a:extLst>
          </p:cNvPr>
          <p:cNvSpPr/>
          <p:nvPr/>
        </p:nvSpPr>
        <p:spPr>
          <a:xfrm>
            <a:off x="8050000" y="285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Attackers now prompt-inject SOC assistants with crafted log content. 'Benign' may be the attacker talking through your own tool.</a:t>
            </a:r>
          </a:p>
        </p:txBody>
      </p:sp>
      <p:sp>
        <p:nvSpPr>
          <p:cNvPr id="3583" name="Rectangle 3582">
            <a:extLst>
              <a:ext uri="{FF2B5EF4-FFF2-40B4-BE49-F238E27FC236}">
                <a16:creationId xmlns:a16="http://schemas.microsoft.com/office/drawing/2014/main" id="{676368A8-324E-0BE1-37A5-B9BFB0DC768C}"/>
              </a:ext>
            </a:extLst>
          </p:cNvPr>
          <p:cNvSpPr/>
          <p:nvPr/>
        </p:nvSpPr>
        <p:spPr>
          <a:xfrm>
            <a:off x="609600" y="3860000"/>
            <a:ext cx="10972800" cy="10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4" name="Oval 3623">
            <a:extLst>
              <a:ext uri="{FF2B5EF4-FFF2-40B4-BE49-F238E27FC236}">
                <a16:creationId xmlns:a16="http://schemas.microsoft.com/office/drawing/2014/main" id="{DA8DAF99-0D20-AC1B-6830-68E90F458925}"/>
              </a:ext>
            </a:extLst>
          </p:cNvPr>
          <p:cNvSpPr/>
          <p:nvPr/>
        </p:nvSpPr>
        <p:spPr>
          <a:xfrm>
            <a:off x="790000" y="4085680"/>
            <a:ext cx="548640" cy="548640"/>
          </a:xfrm>
          <a:prstGeom prst="ellipse">
            <a:avLst/>
          </a:prstGeom>
          <a:solidFill>
            <a:srgbClr val="000025"/>
          </a:solidFill>
          <a:ln w="1905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78DCFF"/>
                </a:solidFill>
                <a:effectLst/>
                <a:latin typeface="Arial" panose="020B0604020202020204" pitchFamily="34" charset="0"/>
              </a:rPr>
              <a:t>C</a:t>
            </a:r>
          </a:p>
          <a:p>
            <a:pPr algn="ctr">
              <a:buNone/>
            </a:pPr>
            <a:r>
              <a:rPr lang="en-US" sz="100">
                <a:effectLst/>
              </a:rPr>
              <a:t> </a:t>
            </a:r>
            <a:endParaRPr lang="en-US"/>
          </a:p>
        </p:txBody>
      </p:sp>
      <p:sp>
        <p:nvSpPr>
          <p:cNvPr id="3666" name="Rectangle 3665">
            <a:extLst>
              <a:ext uri="{FF2B5EF4-FFF2-40B4-BE49-F238E27FC236}">
                <a16:creationId xmlns:a16="http://schemas.microsoft.com/office/drawing/2014/main" id="{2B7F38F0-D0A1-100B-E350-5F837ED69E64}"/>
              </a:ext>
            </a:extLst>
          </p:cNvPr>
          <p:cNvSpPr/>
          <p:nvPr/>
        </p:nvSpPr>
        <p:spPr>
          <a:xfrm>
            <a:off x="1500000" y="3950000"/>
            <a:ext cx="285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Establish ground truth</a:t>
            </a:r>
          </a:p>
        </p:txBody>
      </p:sp>
      <p:sp>
        <p:nvSpPr>
          <p:cNvPr id="3709" name="Rectangle: Rounded Corners 3708">
            <a:extLst>
              <a:ext uri="{FF2B5EF4-FFF2-40B4-BE49-F238E27FC236}">
                <a16:creationId xmlns:a16="http://schemas.microsoft.com/office/drawing/2014/main" id="{C337FEA0-F446-F980-A690-FC361B481B98}"/>
              </a:ext>
            </a:extLst>
          </p:cNvPr>
          <p:cNvSpPr/>
          <p:nvPr/>
        </p:nvSpPr>
        <p:spPr>
          <a:xfrm>
            <a:off x="1500000" y="4350000"/>
            <a:ext cx="1600000" cy="436168"/>
          </a:xfrm>
          <a:prstGeom prst="roundRect">
            <a:avLst/>
          </a:prstGeom>
          <a:solidFill>
            <a:srgbClr val="00AE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D5E1F0"/>
                </a:solidFill>
                <a:effectLst/>
                <a:latin typeface="Arial" panose="020B0604020202020204" pitchFamily="34" charset="0"/>
              </a:rPr>
              <a:t>BEST MOVE</a:t>
            </a:r>
          </a:p>
        </p:txBody>
      </p:sp>
      <p:sp>
        <p:nvSpPr>
          <p:cNvPr id="3753" name="Rectangle 3752">
            <a:extLst>
              <a:ext uri="{FF2B5EF4-FFF2-40B4-BE49-F238E27FC236}">
                <a16:creationId xmlns:a16="http://schemas.microsoft.com/office/drawing/2014/main" id="{A0EA19E9-3D3B-56E1-CE72-8483FC66BE8F}"/>
              </a:ext>
            </a:extLst>
          </p:cNvPr>
          <p:cNvSpPr/>
          <p:nvPr/>
        </p:nvSpPr>
        <p:spPr>
          <a:xfrm>
            <a:off x="4450000" y="396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Validate, enrich, scope — the analyst's core craft. When the AI summary and the raw evidence disagree, the raw evidence wins.</a:t>
            </a:r>
          </a:p>
        </p:txBody>
      </p:sp>
      <p:sp>
        <p:nvSpPr>
          <p:cNvPr id="3798" name="Rectangle 3797">
            <a:extLst>
              <a:ext uri="{FF2B5EF4-FFF2-40B4-BE49-F238E27FC236}">
                <a16:creationId xmlns:a16="http://schemas.microsoft.com/office/drawing/2014/main" id="{EE48C59D-5CC0-CAEF-A362-4C2A56D47F61}"/>
              </a:ext>
            </a:extLst>
          </p:cNvPr>
          <p:cNvSpPr/>
          <p:nvPr/>
        </p:nvSpPr>
        <p:spPr>
          <a:xfrm>
            <a:off x="8050000" y="396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Takes time and skill, and a poisoned assistant may have hidden the lines you need. Check what it auto-closed, not just what it flagged.</a:t>
            </a:r>
          </a:p>
        </p:txBody>
      </p:sp>
      <p:sp>
        <p:nvSpPr>
          <p:cNvPr id="3844" name="Rectangle 3843">
            <a:extLst>
              <a:ext uri="{FF2B5EF4-FFF2-40B4-BE49-F238E27FC236}">
                <a16:creationId xmlns:a16="http://schemas.microsoft.com/office/drawing/2014/main" id="{E6D91FA8-144C-0615-9B36-41258F189E25}"/>
              </a:ext>
            </a:extLst>
          </p:cNvPr>
          <p:cNvSpPr/>
          <p:nvPr/>
        </p:nvSpPr>
        <p:spPr>
          <a:xfrm>
            <a:off x="609600" y="4970000"/>
            <a:ext cx="10972800" cy="10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91" name="Oval 3890">
            <a:extLst>
              <a:ext uri="{FF2B5EF4-FFF2-40B4-BE49-F238E27FC236}">
                <a16:creationId xmlns:a16="http://schemas.microsoft.com/office/drawing/2014/main" id="{5798354C-F582-42C4-10E2-72D161992FF6}"/>
              </a:ext>
            </a:extLst>
          </p:cNvPr>
          <p:cNvSpPr/>
          <p:nvPr/>
        </p:nvSpPr>
        <p:spPr>
          <a:xfrm>
            <a:off x="790000" y="5195680"/>
            <a:ext cx="548640" cy="548640"/>
          </a:xfrm>
          <a:prstGeom prst="ellipse">
            <a:avLst/>
          </a:prstGeom>
          <a:solidFill>
            <a:srgbClr val="000025"/>
          </a:solidFill>
          <a:ln w="1905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78DCFF"/>
                </a:solidFill>
                <a:effectLst/>
                <a:latin typeface="Arial" panose="020B0604020202020204" pitchFamily="34" charset="0"/>
              </a:rPr>
              <a:t>D</a:t>
            </a:r>
          </a:p>
          <a:p>
            <a:pPr algn="ctr">
              <a:buNone/>
            </a:pPr>
            <a:r>
              <a:rPr lang="en-US" sz="100">
                <a:effectLst/>
              </a:rPr>
              <a:t> </a:t>
            </a:r>
            <a:endParaRPr lang="en-US"/>
          </a:p>
        </p:txBody>
      </p:sp>
      <p:sp>
        <p:nvSpPr>
          <p:cNvPr id="3939" name="Rectangle 3938">
            <a:extLst>
              <a:ext uri="{FF2B5EF4-FFF2-40B4-BE49-F238E27FC236}">
                <a16:creationId xmlns:a16="http://schemas.microsoft.com/office/drawing/2014/main" id="{74C4A250-746D-3764-752A-A40AE6F01FBE}"/>
              </a:ext>
            </a:extLst>
          </p:cNvPr>
          <p:cNvSpPr/>
          <p:nvPr/>
        </p:nvSpPr>
        <p:spPr>
          <a:xfrm>
            <a:off x="1500000" y="5060000"/>
            <a:ext cx="285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Scope before deciding</a:t>
            </a:r>
          </a:p>
        </p:txBody>
      </p:sp>
      <p:sp>
        <p:nvSpPr>
          <p:cNvPr id="3988" name="Rectangle: Rounded Corners 3987">
            <a:extLst>
              <a:ext uri="{FF2B5EF4-FFF2-40B4-BE49-F238E27FC236}">
                <a16:creationId xmlns:a16="http://schemas.microsoft.com/office/drawing/2014/main" id="{01F9A977-D5D1-000F-4C81-C4CC06261E72}"/>
              </a:ext>
            </a:extLst>
          </p:cNvPr>
          <p:cNvSpPr/>
          <p:nvPr/>
        </p:nvSpPr>
        <p:spPr>
          <a:xfrm>
            <a:off x="1500000" y="5460000"/>
            <a:ext cx="1600000" cy="436168"/>
          </a:xfrm>
          <a:prstGeom prst="round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dirty="0">
                <a:solidFill>
                  <a:srgbClr val="D5E1F0"/>
                </a:solidFill>
                <a:effectLst/>
                <a:latin typeface="Arial" panose="020B0604020202020204" pitchFamily="34" charset="0"/>
              </a:rPr>
              <a:t>IN PARALLEL</a:t>
            </a:r>
          </a:p>
        </p:txBody>
      </p:sp>
      <p:sp>
        <p:nvSpPr>
          <p:cNvPr id="4038" name="Rectangle 4037">
            <a:extLst>
              <a:ext uri="{FF2B5EF4-FFF2-40B4-BE49-F238E27FC236}">
                <a16:creationId xmlns:a16="http://schemas.microsoft.com/office/drawing/2014/main" id="{70797900-3CF0-FB91-657F-C1C442981A08}"/>
              </a:ext>
            </a:extLst>
          </p:cNvPr>
          <p:cNvSpPr/>
          <p:nvPr/>
        </p:nvSpPr>
        <p:spPr>
          <a:xfrm>
            <a:off x="4450000" y="507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dirty="0">
                <a:solidFill>
                  <a:srgbClr val="D5E1F0"/>
                </a:solidFill>
                <a:effectLst/>
                <a:latin typeface="Arial" panose="020B0604020202020204" pitchFamily="34" charset="0"/>
              </a:rPr>
              <a:t>Checking whether the account and beacon appear on other hosts turns one odd alert into a real picture.</a:t>
            </a:r>
          </a:p>
        </p:txBody>
      </p:sp>
      <p:sp>
        <p:nvSpPr>
          <p:cNvPr id="4089" name="Rectangle 4088">
            <a:extLst>
              <a:ext uri="{FF2B5EF4-FFF2-40B4-BE49-F238E27FC236}">
                <a16:creationId xmlns:a16="http://schemas.microsoft.com/office/drawing/2014/main" id="{CBEF5BB4-6C34-915C-C03C-1D4DC7278139}"/>
              </a:ext>
            </a:extLst>
          </p:cNvPr>
          <p:cNvSpPr/>
          <p:nvPr/>
        </p:nvSpPr>
        <p:spPr>
          <a:xfrm>
            <a:off x="8050000" y="507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dirty="0">
                <a:solidFill>
                  <a:srgbClr val="D5E1F0"/>
                </a:solidFill>
                <a:effectLst/>
                <a:latin typeface="Arial" panose="020B0604020202020204" pitchFamily="34" charset="0"/>
              </a:rPr>
              <a:t>Good enrichment — but if the signal strengthens, don't let scoping delay containment.</a:t>
            </a:r>
          </a:p>
        </p:txBody>
      </p:sp>
      <p:sp>
        <p:nvSpPr>
          <p:cNvPr id="90000" name="BestHighlight"/>
          <p:cNvSpPr/>
          <p:nvPr/>
        </p:nvSpPr>
        <p:spPr>
          <a:xfrm>
            <a:off x="609600" y="3860000"/>
            <a:ext cx="10972800" cy="1000000"/>
          </a:xfrm>
          <a:prstGeom prst="rect">
            <a:avLst/>
          </a:prstGeom>
          <a:noFill/>
          <a:ln w="28575">
            <a:solidFill>
              <a:srgbClr val="00AEFF"/>
            </a:solidFill>
          </a:ln>
        </p:spPr>
        <p:txBody>
          <a:bodyPr rtlCol="0"/>
          <a:lstStyle/>
          <a:p>
            <a:endParaRPr lang="en-US"/>
          </a:p>
        </p:txBody>
      </p:sp>
    </p:spTree>
    <p:extLst>
      <p:ext uri="{BB962C8B-B14F-4D97-AF65-F5344CB8AC3E}">
        <p14:creationId xmlns:p14="http://schemas.microsoft.com/office/powerpoint/2010/main" val="3295878919"/>
      </p:ext>
    </p:extLst>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3259"/>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329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32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46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50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54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70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75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79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98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03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08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900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59" grpId="0"/>
      <p:bldP spid="3291" grpId="0"/>
      <p:bldP spid="3324" grpId="0"/>
      <p:bldP spid="3466" grpId="0"/>
      <p:bldP spid="3504" grpId="0"/>
      <p:bldP spid="3543" grpId="0"/>
      <p:bldP spid="3709" grpId="0"/>
      <p:bldP spid="3753" grpId="0"/>
      <p:bldP spid="3798" grpId="0"/>
      <p:bldP spid="3988" grpId="0"/>
      <p:bldP spid="4038" grpId="0"/>
      <p:bldP spid="4089" grpId="0"/>
      <p:bldP spid="90000"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25"/>
        </a:solidFill>
        <a:effectLst/>
      </p:bgPr>
    </p:bg>
    <p:spTree>
      <p:nvGrpSpPr>
        <p:cNvPr id="1" name=""/>
        <p:cNvGrpSpPr/>
        <p:nvPr/>
      </p:nvGrpSpPr>
      <p:grpSpPr>
        <a:xfrm>
          <a:off x="0" y="0"/>
          <a:ext cx="0" cy="0"/>
          <a:chOff x="0" y="0"/>
          <a:chExt cx="0" cy="0"/>
        </a:xfrm>
      </p:grpSpPr>
      <p:sp>
        <p:nvSpPr>
          <p:cNvPr id="2764" name="Rectangle 2763">
            <a:extLst>
              <a:ext uri="{FF2B5EF4-FFF2-40B4-BE49-F238E27FC236}">
                <a16:creationId xmlns:a16="http://schemas.microsoft.com/office/drawing/2014/main" id="{7171387D-428F-E725-5111-E82B4811C6C3}"/>
              </a:ext>
            </a:extLst>
          </p:cNvPr>
          <p:cNvSpPr/>
          <p:nvPr/>
        </p:nvSpPr>
        <p:spPr>
          <a:xfrm>
            <a:off x="609600" y="236000"/>
            <a:ext cx="10972800" cy="2593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INJECT 1 · SOC ANALYST · FRIDAY 19:34</a:t>
            </a:r>
          </a:p>
        </p:txBody>
      </p:sp>
      <p:sp>
        <p:nvSpPr>
          <p:cNvPr id="2766" name="Rectangle 2765">
            <a:extLst>
              <a:ext uri="{FF2B5EF4-FFF2-40B4-BE49-F238E27FC236}">
                <a16:creationId xmlns:a16="http://schemas.microsoft.com/office/drawing/2014/main" id="{9D875113-607E-CBCD-4722-6D2B61956F86}"/>
              </a:ext>
            </a:extLst>
          </p:cNvPr>
          <p:cNvSpPr/>
          <p:nvPr/>
        </p:nvSpPr>
        <p:spPr>
          <a:xfrm>
            <a:off x="609600" y="495300"/>
            <a:ext cx="10972800"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Arial" panose="020B0604020202020204" pitchFamily="34" charset="0"/>
              </a:rPr>
              <a:t>Something is moving at machine speed</a:t>
            </a:r>
          </a:p>
          <a:p>
            <a:pPr algn="l">
              <a:buNone/>
            </a:pPr>
            <a:r>
              <a:rPr lang="en-US" sz="100">
                <a:effectLst/>
              </a:rPr>
              <a:t> </a:t>
            </a:r>
            <a:endParaRPr lang="en-US"/>
          </a:p>
        </p:txBody>
      </p:sp>
      <p:sp>
        <p:nvSpPr>
          <p:cNvPr id="2769" name="Rectangle 2768">
            <a:extLst>
              <a:ext uri="{FF2B5EF4-FFF2-40B4-BE49-F238E27FC236}">
                <a16:creationId xmlns:a16="http://schemas.microsoft.com/office/drawing/2014/main" id="{78FC8D9A-7F9A-A96B-28C1-B9B8F6EDBC4A}"/>
              </a:ext>
            </a:extLst>
          </p:cNvPr>
          <p:cNvSpPr/>
          <p:nvPr/>
        </p:nvSpPr>
        <p:spPr>
          <a:xfrm>
            <a:off x="609600" y="1104900"/>
            <a:ext cx="10972800" cy="9525"/>
          </a:xfrm>
          <a:prstGeom prst="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3" name="Rectangle 2772">
            <a:extLst>
              <a:ext uri="{FF2B5EF4-FFF2-40B4-BE49-F238E27FC236}">
                <a16:creationId xmlns:a16="http://schemas.microsoft.com/office/drawing/2014/main" id="{1EECB84E-ECA6-2817-7FB0-6BFBA45C46B3}"/>
              </a:ext>
            </a:extLst>
          </p:cNvPr>
          <p:cNvSpPr/>
          <p:nvPr/>
        </p:nvSpPr>
        <p:spPr>
          <a:xfrm>
            <a:off x="11100000" y="6400000"/>
            <a:ext cx="500000" cy="2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9FB3CC"/>
                </a:solidFill>
                <a:effectLst/>
                <a:latin typeface="Arial" panose="020B0604020202020204" pitchFamily="34" charset="0"/>
              </a:rPr>
              <a:t>12</a:t>
            </a:r>
          </a:p>
        </p:txBody>
      </p:sp>
      <p:sp>
        <p:nvSpPr>
          <p:cNvPr id="2778" name="Rectangle 2777">
            <a:extLst>
              <a:ext uri="{FF2B5EF4-FFF2-40B4-BE49-F238E27FC236}">
                <a16:creationId xmlns:a16="http://schemas.microsoft.com/office/drawing/2014/main" id="{24BEE2C9-E2DB-65F6-19A5-7E37490ECA44}"/>
              </a:ext>
            </a:extLst>
          </p:cNvPr>
          <p:cNvSpPr/>
          <p:nvPr/>
        </p:nvSpPr>
        <p:spPr>
          <a:xfrm>
            <a:off x="609600" y="1400000"/>
            <a:ext cx="5334000" cy="475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4" name="Rectangle 2783">
            <a:extLst>
              <a:ext uri="{FF2B5EF4-FFF2-40B4-BE49-F238E27FC236}">
                <a16:creationId xmlns:a16="http://schemas.microsoft.com/office/drawing/2014/main" id="{6362EBBF-F9BD-B28D-12D8-2BDC87B586F8}"/>
              </a:ext>
            </a:extLst>
          </p:cNvPr>
          <p:cNvSpPr/>
          <p:nvPr/>
        </p:nvSpPr>
        <p:spPr>
          <a:xfrm>
            <a:off x="838200" y="1540000"/>
            <a:ext cx="3000000" cy="3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SITUATION</a:t>
            </a:r>
          </a:p>
          <a:p>
            <a:pPr algn="l">
              <a:buNone/>
            </a:pPr>
            <a:r>
              <a:rPr lang="en-US" sz="100">
                <a:effectLst/>
              </a:rPr>
              <a:t> </a:t>
            </a:r>
            <a:endParaRPr lang="en-US"/>
          </a:p>
        </p:txBody>
      </p:sp>
      <p:sp>
        <p:nvSpPr>
          <p:cNvPr id="2791" name="Rectangle 2790">
            <a:extLst>
              <a:ext uri="{FF2B5EF4-FFF2-40B4-BE49-F238E27FC236}">
                <a16:creationId xmlns:a16="http://schemas.microsoft.com/office/drawing/2014/main" id="{94E9AFB8-E26B-1D6C-4FB2-51D0974B1831}"/>
              </a:ext>
            </a:extLst>
          </p:cNvPr>
          <p:cNvSpPr/>
          <p:nvPr/>
        </p:nvSpPr>
        <p:spPr>
          <a:xfrm>
            <a:off x="838200" y="1880000"/>
            <a:ext cx="4876800" cy="3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l">
              <a:buNone/>
            </a:pPr>
            <a:r>
              <a:rPr lang="en-US" sz="1600">
                <a:solidFill>
                  <a:srgbClr val="D5E1F0"/>
                </a:solidFill>
                <a:effectLst/>
                <a:latin typeface="Arial"/>
              </a:rPr>
              <a:t>It's real. The customer-assist AI agent host is running 600+ self-narrating commands in 40 minutes — a secrets sweep, internal scans, object-store logins on default passwords.</a:t>
            </a:r>
          </a:p>
          <a:p>
            <a:pPr algn="l">
              <a:buNone/>
            </a:pPr>
            <a:endParaRPr lang="en-US" sz="1000"/>
          </a:p>
          <a:p>
            <a:pPr algn="l">
              <a:buNone/>
            </a:pPr>
            <a:r>
              <a:rPr lang="en-US" sz="1600">
                <a:solidFill>
                  <a:srgbClr val="D5E1F0"/>
                </a:solidFill>
                <a:effectLst/>
                <a:latin typeface="Arial"/>
              </a:rPr>
              <a:t>But some 'evidence' is inconsistent: timestamps that don't line up, a decoy alert pointing at an innocent server. It may be seeding noise to misdirect you.</a:t>
            </a:r>
          </a:p>
          <a:p>
            <a:pPr algn="l">
              <a:buNone/>
            </a:pPr>
            <a:endParaRPr lang="en-US" sz="1000"/>
          </a:p>
          <a:p>
            <a:pPr algn="l">
              <a:buNone/>
            </a:pPr>
            <a:r>
              <a:rPr lang="en-US" sz="1600">
                <a:solidFill>
                  <a:srgbClr val="D5E1F0"/>
                </a:solidFill>
                <a:effectLst/>
                <a:latin typeface="Arial"/>
              </a:rPr>
              <a:t>Isolating this host also severs a monitoring path toward the SCADA/IIoT gateway — you'd lose eyes on the segment that matters most.</a:t>
            </a:r>
          </a:p>
          <a:p>
            <a:pPr algn="l">
              <a:buNone/>
            </a:pPr>
            <a:endParaRPr lang="en-US" sz="1000"/>
          </a:p>
          <a:p>
            <a:pPr algn="l">
              <a:buNone/>
            </a:pPr>
            <a:r>
              <a:rPr lang="en-US" sz="1600">
                <a:solidFill>
                  <a:srgbClr val="D5E1F0"/>
                </a:solidFill>
                <a:effectLst/>
                <a:latin typeface="Arial"/>
              </a:rPr>
              <a:t>It's Friday 7:34pm. Whatever you do, the attacker will see your response and adapt within seconds.</a:t>
            </a:r>
          </a:p>
        </p:txBody>
      </p:sp>
      <p:sp>
        <p:nvSpPr>
          <p:cNvPr id="2799" name="Rectangle 2798">
            <a:extLst>
              <a:ext uri="{FF2B5EF4-FFF2-40B4-BE49-F238E27FC236}">
                <a16:creationId xmlns:a16="http://schemas.microsoft.com/office/drawing/2014/main" id="{E1909CFC-F66B-015E-3A7D-33C2D8790510}"/>
              </a:ext>
            </a:extLst>
          </p:cNvPr>
          <p:cNvSpPr/>
          <p:nvPr/>
        </p:nvSpPr>
        <p:spPr>
          <a:xfrm>
            <a:off x="838200" y="5380000"/>
            <a:ext cx="4876800"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a:solidFill>
                  <a:srgbClr val="78DCFF"/>
                </a:solidFill>
                <a:effectLst/>
                <a:latin typeface="Arial" panose="020B0604020202020204" pitchFamily="34" charset="0"/>
              </a:rPr>
              <a:t>What is your priority?</a:t>
            </a:r>
          </a:p>
          <a:p>
            <a:pPr algn="l">
              <a:buNone/>
            </a:pPr>
            <a:r>
              <a:rPr lang="en-US" sz="100">
                <a:effectLst/>
              </a:rPr>
              <a:t> </a:t>
            </a:r>
            <a:endParaRPr lang="en-US"/>
          </a:p>
        </p:txBody>
      </p:sp>
      <p:sp>
        <p:nvSpPr>
          <p:cNvPr id="2808" name="Rectangle 2807">
            <a:extLst>
              <a:ext uri="{FF2B5EF4-FFF2-40B4-BE49-F238E27FC236}">
                <a16:creationId xmlns:a16="http://schemas.microsoft.com/office/drawing/2014/main" id="{C0833BCB-3A5F-6F97-0759-D11E599ACBCE}"/>
              </a:ext>
            </a:extLst>
          </p:cNvPr>
          <p:cNvSpPr/>
          <p:nvPr/>
        </p:nvSpPr>
        <p:spPr>
          <a:xfrm>
            <a:off x="6200000" y="1400000"/>
            <a:ext cx="5382400" cy="106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8" name="Oval 2817">
            <a:extLst>
              <a:ext uri="{FF2B5EF4-FFF2-40B4-BE49-F238E27FC236}">
                <a16:creationId xmlns:a16="http://schemas.microsoft.com/office/drawing/2014/main" id="{8EA1352B-C0ED-2A64-69CC-8BC89132FBA0}"/>
              </a:ext>
            </a:extLst>
          </p:cNvPr>
          <p:cNvSpPr/>
          <p:nvPr/>
        </p:nvSpPr>
        <p:spPr>
          <a:xfrm>
            <a:off x="6380000" y="1609960"/>
            <a:ext cx="640080" cy="640080"/>
          </a:xfrm>
          <a:prstGeom prst="ellipse">
            <a:avLst/>
          </a:prstGeom>
          <a:solidFill>
            <a:srgbClr val="000025"/>
          </a:solidFill>
          <a:ln w="254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A</a:t>
            </a:r>
          </a:p>
          <a:p>
            <a:pPr algn="ctr">
              <a:buNone/>
            </a:pPr>
            <a:r>
              <a:rPr lang="en-US" sz="100">
                <a:effectLst/>
              </a:rPr>
              <a:t> </a:t>
            </a:r>
            <a:endParaRPr lang="en-US"/>
          </a:p>
        </p:txBody>
      </p:sp>
      <p:sp>
        <p:nvSpPr>
          <p:cNvPr id="2829" name="Rectangle 2828">
            <a:extLst>
              <a:ext uri="{FF2B5EF4-FFF2-40B4-BE49-F238E27FC236}">
                <a16:creationId xmlns:a16="http://schemas.microsoft.com/office/drawing/2014/main" id="{FD127209-A053-2E78-8462-FE383344A8C4}"/>
              </a:ext>
            </a:extLst>
          </p:cNvPr>
          <p:cNvSpPr/>
          <p:nvPr/>
        </p:nvSpPr>
        <p:spPr>
          <a:xfrm>
            <a:off x="7200000" y="1480000"/>
            <a:ext cx="425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Isolate the host now and accept the monitoring blind spot</a:t>
            </a:r>
          </a:p>
        </p:txBody>
      </p:sp>
      <p:sp>
        <p:nvSpPr>
          <p:cNvPr id="2841" name="Rectangle 2840">
            <a:extLst>
              <a:ext uri="{FF2B5EF4-FFF2-40B4-BE49-F238E27FC236}">
                <a16:creationId xmlns:a16="http://schemas.microsoft.com/office/drawing/2014/main" id="{3B4AEDDC-2D0D-9427-A622-F218AC27B7E4}"/>
              </a:ext>
            </a:extLst>
          </p:cNvPr>
          <p:cNvSpPr/>
          <p:nvPr/>
        </p:nvSpPr>
        <p:spPr>
          <a:xfrm>
            <a:off x="6200000" y="2630000"/>
            <a:ext cx="5382400" cy="106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4" name="Oval 2853">
            <a:extLst>
              <a:ext uri="{FF2B5EF4-FFF2-40B4-BE49-F238E27FC236}">
                <a16:creationId xmlns:a16="http://schemas.microsoft.com/office/drawing/2014/main" id="{7779B3C4-C47D-8A25-80E1-2582DFCB8910}"/>
              </a:ext>
            </a:extLst>
          </p:cNvPr>
          <p:cNvSpPr/>
          <p:nvPr/>
        </p:nvSpPr>
        <p:spPr>
          <a:xfrm>
            <a:off x="6380000" y="2839960"/>
            <a:ext cx="640080" cy="640080"/>
          </a:xfrm>
          <a:prstGeom prst="ellipse">
            <a:avLst/>
          </a:prstGeom>
          <a:solidFill>
            <a:srgbClr val="000025"/>
          </a:solidFill>
          <a:ln w="254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B</a:t>
            </a:r>
          </a:p>
          <a:p>
            <a:pPr algn="ctr">
              <a:buNone/>
            </a:pPr>
            <a:r>
              <a:rPr lang="en-US" sz="100">
                <a:effectLst/>
              </a:rPr>
              <a:t> </a:t>
            </a:r>
            <a:endParaRPr lang="en-US"/>
          </a:p>
        </p:txBody>
      </p:sp>
      <p:sp>
        <p:nvSpPr>
          <p:cNvPr id="2868" name="Rectangle 2867">
            <a:extLst>
              <a:ext uri="{FF2B5EF4-FFF2-40B4-BE49-F238E27FC236}">
                <a16:creationId xmlns:a16="http://schemas.microsoft.com/office/drawing/2014/main" id="{6C332595-4DF2-9DE7-9BC4-4E3D5011743D}"/>
              </a:ext>
            </a:extLst>
          </p:cNvPr>
          <p:cNvSpPr/>
          <p:nvPr/>
        </p:nvSpPr>
        <p:spPr>
          <a:xfrm>
            <a:off x="7200000" y="2710000"/>
            <a:ext cx="425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Keep it live but put eyes on the OT gateway first</a:t>
            </a:r>
          </a:p>
        </p:txBody>
      </p:sp>
      <p:sp>
        <p:nvSpPr>
          <p:cNvPr id="2883" name="Rectangle 2882">
            <a:extLst>
              <a:ext uri="{FF2B5EF4-FFF2-40B4-BE49-F238E27FC236}">
                <a16:creationId xmlns:a16="http://schemas.microsoft.com/office/drawing/2014/main" id="{7D5905DD-2F54-A848-D310-D7C131F92EA5}"/>
              </a:ext>
            </a:extLst>
          </p:cNvPr>
          <p:cNvSpPr/>
          <p:nvPr/>
        </p:nvSpPr>
        <p:spPr>
          <a:xfrm>
            <a:off x="6200000" y="3860000"/>
            <a:ext cx="5382400" cy="106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9" name="Oval 2898">
            <a:extLst>
              <a:ext uri="{FF2B5EF4-FFF2-40B4-BE49-F238E27FC236}">
                <a16:creationId xmlns:a16="http://schemas.microsoft.com/office/drawing/2014/main" id="{B02D1543-DD35-7200-9BFC-FEA47E14052C}"/>
              </a:ext>
            </a:extLst>
          </p:cNvPr>
          <p:cNvSpPr/>
          <p:nvPr/>
        </p:nvSpPr>
        <p:spPr>
          <a:xfrm>
            <a:off x="6380000" y="4069960"/>
            <a:ext cx="640080" cy="640080"/>
          </a:xfrm>
          <a:prstGeom prst="ellipse">
            <a:avLst/>
          </a:prstGeom>
          <a:solidFill>
            <a:srgbClr val="000025"/>
          </a:solidFill>
          <a:ln w="254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C</a:t>
            </a:r>
          </a:p>
          <a:p>
            <a:pPr algn="ctr">
              <a:buNone/>
            </a:pPr>
            <a:r>
              <a:rPr lang="en-US" sz="100">
                <a:effectLst/>
              </a:rPr>
              <a:t> </a:t>
            </a:r>
            <a:endParaRPr lang="en-US"/>
          </a:p>
        </p:txBody>
      </p:sp>
      <p:sp>
        <p:nvSpPr>
          <p:cNvPr id="2916" name="Rectangle 2915">
            <a:extLst>
              <a:ext uri="{FF2B5EF4-FFF2-40B4-BE49-F238E27FC236}">
                <a16:creationId xmlns:a16="http://schemas.microsoft.com/office/drawing/2014/main" id="{7305CAF2-1184-A867-3205-5EB448B8CB29}"/>
              </a:ext>
            </a:extLst>
          </p:cNvPr>
          <p:cNvSpPr/>
          <p:nvPr/>
        </p:nvSpPr>
        <p:spPr>
          <a:xfrm>
            <a:off x="7200000" y="3940000"/>
            <a:ext cx="425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Rotate every credential the host could have seen</a:t>
            </a:r>
          </a:p>
        </p:txBody>
      </p:sp>
      <p:sp>
        <p:nvSpPr>
          <p:cNvPr id="2934" name="Rectangle 2933">
            <a:extLst>
              <a:ext uri="{FF2B5EF4-FFF2-40B4-BE49-F238E27FC236}">
                <a16:creationId xmlns:a16="http://schemas.microsoft.com/office/drawing/2014/main" id="{E83ECDB3-8F99-BD58-3D0F-77D826472E12}"/>
              </a:ext>
            </a:extLst>
          </p:cNvPr>
          <p:cNvSpPr/>
          <p:nvPr/>
        </p:nvSpPr>
        <p:spPr>
          <a:xfrm>
            <a:off x="6200000" y="5090000"/>
            <a:ext cx="5382400" cy="106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3" name="Oval 2952">
            <a:extLst>
              <a:ext uri="{FF2B5EF4-FFF2-40B4-BE49-F238E27FC236}">
                <a16:creationId xmlns:a16="http://schemas.microsoft.com/office/drawing/2014/main" id="{87E23492-98E7-81BD-CDB8-7C240DAA7CE0}"/>
              </a:ext>
            </a:extLst>
          </p:cNvPr>
          <p:cNvSpPr/>
          <p:nvPr/>
        </p:nvSpPr>
        <p:spPr>
          <a:xfrm>
            <a:off x="6380000" y="5299960"/>
            <a:ext cx="640080" cy="640080"/>
          </a:xfrm>
          <a:prstGeom prst="ellipse">
            <a:avLst/>
          </a:prstGeom>
          <a:solidFill>
            <a:srgbClr val="000025"/>
          </a:solidFill>
          <a:ln w="254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D</a:t>
            </a:r>
          </a:p>
          <a:p>
            <a:pPr algn="ctr">
              <a:buNone/>
            </a:pPr>
            <a:r>
              <a:rPr lang="en-US" sz="100">
                <a:effectLst/>
              </a:rPr>
              <a:t> </a:t>
            </a:r>
            <a:endParaRPr lang="en-US"/>
          </a:p>
        </p:txBody>
      </p:sp>
      <p:sp>
        <p:nvSpPr>
          <p:cNvPr id="2973" name="Rectangle 2972">
            <a:extLst>
              <a:ext uri="{FF2B5EF4-FFF2-40B4-BE49-F238E27FC236}">
                <a16:creationId xmlns:a16="http://schemas.microsoft.com/office/drawing/2014/main" id="{CA3BC9C3-6E33-C858-0607-AD9E4BC6CC7E}"/>
              </a:ext>
            </a:extLst>
          </p:cNvPr>
          <p:cNvSpPr/>
          <p:nvPr/>
        </p:nvSpPr>
        <p:spPr>
          <a:xfrm>
            <a:off x="7200000" y="5170000"/>
            <a:ext cx="425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Trust nothing — re-verify the evidence before you act</a:t>
            </a:r>
          </a:p>
        </p:txBody>
      </p:sp>
    </p:spTree>
    <p:extLst>
      <p:ext uri="{BB962C8B-B14F-4D97-AF65-F5344CB8AC3E}">
        <p14:creationId xmlns:p14="http://schemas.microsoft.com/office/powerpoint/2010/main" val="38108467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25"/>
        </a:solidFill>
        <a:effectLst/>
      </p:bgPr>
    </p:bg>
    <p:spTree>
      <p:nvGrpSpPr>
        <p:cNvPr id="1" name=""/>
        <p:cNvGrpSpPr/>
        <p:nvPr/>
      </p:nvGrpSpPr>
      <p:grpSpPr>
        <a:xfrm>
          <a:off x="0" y="0"/>
          <a:ext cx="0" cy="0"/>
          <a:chOff x="0" y="0"/>
          <a:chExt cx="0" cy="0"/>
        </a:xfrm>
      </p:grpSpPr>
      <p:sp>
        <p:nvSpPr>
          <p:cNvPr id="2994" name="Rectangle 2993">
            <a:extLst>
              <a:ext uri="{FF2B5EF4-FFF2-40B4-BE49-F238E27FC236}">
                <a16:creationId xmlns:a16="http://schemas.microsoft.com/office/drawing/2014/main" id="{0212FEE9-FBE0-D63F-99C9-E65FADAC2CDE}"/>
              </a:ext>
            </a:extLst>
          </p:cNvPr>
          <p:cNvSpPr/>
          <p:nvPr/>
        </p:nvSpPr>
        <p:spPr>
          <a:xfrm>
            <a:off x="609600" y="236000"/>
            <a:ext cx="10972800" cy="2593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INJECT 1 · OPTION CONSIDERATIONS</a:t>
            </a:r>
            <a:endParaRPr lang="en-US"/>
          </a:p>
        </p:txBody>
      </p:sp>
      <p:sp>
        <p:nvSpPr>
          <p:cNvPr id="3016" name="Rectangle 3015">
            <a:extLst>
              <a:ext uri="{FF2B5EF4-FFF2-40B4-BE49-F238E27FC236}">
                <a16:creationId xmlns:a16="http://schemas.microsoft.com/office/drawing/2014/main" id="{C1E94008-D6E1-D162-FAB5-584328F8D4B4}"/>
              </a:ext>
            </a:extLst>
          </p:cNvPr>
          <p:cNvSpPr/>
          <p:nvPr/>
        </p:nvSpPr>
        <p:spPr>
          <a:xfrm>
            <a:off x="609600" y="495300"/>
            <a:ext cx="10972800"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Arial" panose="020B0604020202020204" pitchFamily="34" charset="0"/>
              </a:rPr>
              <a:t>Option considerations</a:t>
            </a:r>
          </a:p>
          <a:p>
            <a:pPr algn="l">
              <a:buNone/>
            </a:pPr>
            <a:r>
              <a:rPr lang="en-US" sz="100">
                <a:effectLst/>
              </a:rPr>
              <a:t> </a:t>
            </a:r>
            <a:endParaRPr lang="en-US"/>
          </a:p>
        </p:txBody>
      </p:sp>
      <p:sp>
        <p:nvSpPr>
          <p:cNvPr id="3039" name="Rectangle 3038">
            <a:extLst>
              <a:ext uri="{FF2B5EF4-FFF2-40B4-BE49-F238E27FC236}">
                <a16:creationId xmlns:a16="http://schemas.microsoft.com/office/drawing/2014/main" id="{A3B3CAFA-6A1E-51C6-6B7D-7F634B33E86B}"/>
              </a:ext>
            </a:extLst>
          </p:cNvPr>
          <p:cNvSpPr/>
          <p:nvPr/>
        </p:nvSpPr>
        <p:spPr>
          <a:xfrm>
            <a:off x="609600" y="1104900"/>
            <a:ext cx="10972800" cy="9525"/>
          </a:xfrm>
          <a:prstGeom prst="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3" name="Rectangle 3062">
            <a:extLst>
              <a:ext uri="{FF2B5EF4-FFF2-40B4-BE49-F238E27FC236}">
                <a16:creationId xmlns:a16="http://schemas.microsoft.com/office/drawing/2014/main" id="{B2EF37D3-B235-0236-6251-04B23A02BF67}"/>
              </a:ext>
            </a:extLst>
          </p:cNvPr>
          <p:cNvSpPr/>
          <p:nvPr/>
        </p:nvSpPr>
        <p:spPr>
          <a:xfrm>
            <a:off x="11100000" y="6400000"/>
            <a:ext cx="500000" cy="2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9FB3CC"/>
                </a:solidFill>
                <a:effectLst/>
                <a:latin typeface="Arial" panose="020B0604020202020204" pitchFamily="34" charset="0"/>
              </a:rPr>
              <a:t>13</a:t>
            </a:r>
          </a:p>
        </p:txBody>
      </p:sp>
      <p:sp>
        <p:nvSpPr>
          <p:cNvPr id="3088" name="Rectangle 3087">
            <a:extLst>
              <a:ext uri="{FF2B5EF4-FFF2-40B4-BE49-F238E27FC236}">
                <a16:creationId xmlns:a16="http://schemas.microsoft.com/office/drawing/2014/main" id="{81B9A636-3FBB-60BD-A9EF-6425EEAC4371}"/>
              </a:ext>
            </a:extLst>
          </p:cNvPr>
          <p:cNvSpPr/>
          <p:nvPr/>
        </p:nvSpPr>
        <p:spPr>
          <a:xfrm>
            <a:off x="609600" y="1250000"/>
            <a:ext cx="3000000" cy="39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OPTION</a:t>
            </a:r>
          </a:p>
          <a:p>
            <a:pPr algn="l">
              <a:buNone/>
            </a:pPr>
            <a:r>
              <a:rPr lang="en-US" sz="100">
                <a:effectLst/>
              </a:rPr>
              <a:t> </a:t>
            </a:r>
            <a:endParaRPr lang="en-US"/>
          </a:p>
        </p:txBody>
      </p:sp>
      <p:sp>
        <p:nvSpPr>
          <p:cNvPr id="3114" name="Rectangle 3113">
            <a:extLst>
              <a:ext uri="{FF2B5EF4-FFF2-40B4-BE49-F238E27FC236}">
                <a16:creationId xmlns:a16="http://schemas.microsoft.com/office/drawing/2014/main" id="{16F72C63-D430-4BAB-713A-0A34517CFA65}"/>
              </a:ext>
            </a:extLst>
          </p:cNvPr>
          <p:cNvSpPr/>
          <p:nvPr/>
        </p:nvSpPr>
        <p:spPr>
          <a:xfrm>
            <a:off x="4450000" y="1250000"/>
            <a:ext cx="3450000" cy="39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  WHY IT HELPS</a:t>
            </a:r>
          </a:p>
          <a:p>
            <a:pPr algn="l">
              <a:buNone/>
            </a:pPr>
            <a:r>
              <a:rPr lang="en-US" sz="100">
                <a:effectLst/>
              </a:rPr>
              <a:t> </a:t>
            </a:r>
            <a:endParaRPr lang="en-US"/>
          </a:p>
        </p:txBody>
      </p:sp>
      <p:sp>
        <p:nvSpPr>
          <p:cNvPr id="3141" name="Rectangle 3140">
            <a:extLst>
              <a:ext uri="{FF2B5EF4-FFF2-40B4-BE49-F238E27FC236}">
                <a16:creationId xmlns:a16="http://schemas.microsoft.com/office/drawing/2014/main" id="{E2DF9717-12D4-1B18-7634-F83AE15D8403}"/>
              </a:ext>
            </a:extLst>
          </p:cNvPr>
          <p:cNvSpPr/>
          <p:nvPr/>
        </p:nvSpPr>
        <p:spPr>
          <a:xfrm>
            <a:off x="8050000" y="1250000"/>
            <a:ext cx="3450000" cy="39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  WATCH OUT</a:t>
            </a:r>
          </a:p>
          <a:p>
            <a:pPr algn="l">
              <a:buNone/>
            </a:pPr>
            <a:r>
              <a:rPr lang="en-US" sz="100">
                <a:effectLst/>
              </a:rPr>
              <a:t> </a:t>
            </a:r>
            <a:endParaRPr lang="en-US"/>
          </a:p>
        </p:txBody>
      </p:sp>
      <p:sp>
        <p:nvSpPr>
          <p:cNvPr id="3169" name="Rectangle 3168">
            <a:extLst>
              <a:ext uri="{FF2B5EF4-FFF2-40B4-BE49-F238E27FC236}">
                <a16:creationId xmlns:a16="http://schemas.microsoft.com/office/drawing/2014/main" id="{00190C28-1C66-83DC-BA2D-0BB215C6652C}"/>
              </a:ext>
            </a:extLst>
          </p:cNvPr>
          <p:cNvSpPr/>
          <p:nvPr/>
        </p:nvSpPr>
        <p:spPr>
          <a:xfrm>
            <a:off x="609600" y="1640000"/>
            <a:ext cx="10972800" cy="10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8" name="Oval 3197">
            <a:extLst>
              <a:ext uri="{FF2B5EF4-FFF2-40B4-BE49-F238E27FC236}">
                <a16:creationId xmlns:a16="http://schemas.microsoft.com/office/drawing/2014/main" id="{F46821B1-9222-5BA4-B83C-F04F57CE257A}"/>
              </a:ext>
            </a:extLst>
          </p:cNvPr>
          <p:cNvSpPr/>
          <p:nvPr/>
        </p:nvSpPr>
        <p:spPr>
          <a:xfrm>
            <a:off x="790000" y="1865680"/>
            <a:ext cx="548640" cy="548640"/>
          </a:xfrm>
          <a:prstGeom prst="ellipse">
            <a:avLst/>
          </a:prstGeom>
          <a:solidFill>
            <a:srgbClr val="000025"/>
          </a:solidFill>
          <a:ln w="1905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78DCFF"/>
                </a:solidFill>
                <a:effectLst/>
                <a:latin typeface="Arial" panose="020B0604020202020204" pitchFamily="34" charset="0"/>
              </a:rPr>
              <a:t>A</a:t>
            </a:r>
          </a:p>
          <a:p>
            <a:pPr algn="ctr">
              <a:buNone/>
            </a:pPr>
            <a:r>
              <a:rPr lang="en-US" sz="100">
                <a:effectLst/>
              </a:rPr>
              <a:t> </a:t>
            </a:r>
            <a:endParaRPr lang="en-US"/>
          </a:p>
        </p:txBody>
      </p:sp>
      <p:sp>
        <p:nvSpPr>
          <p:cNvPr id="3228" name="Rectangle 3227">
            <a:extLst>
              <a:ext uri="{FF2B5EF4-FFF2-40B4-BE49-F238E27FC236}">
                <a16:creationId xmlns:a16="http://schemas.microsoft.com/office/drawing/2014/main" id="{E0D49A92-F59C-652A-AAFE-FC22E6409EF1}"/>
              </a:ext>
            </a:extLst>
          </p:cNvPr>
          <p:cNvSpPr/>
          <p:nvPr/>
        </p:nvSpPr>
        <p:spPr>
          <a:xfrm>
            <a:off x="1500000" y="1730000"/>
            <a:ext cx="285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Isolate the host</a:t>
            </a:r>
          </a:p>
          <a:p>
            <a:pPr algn="l">
              <a:buNone/>
            </a:pPr>
            <a:r>
              <a:rPr lang="en-US" sz="100">
                <a:effectLst/>
              </a:rPr>
              <a:t> </a:t>
            </a:r>
            <a:endParaRPr lang="en-US"/>
          </a:p>
        </p:txBody>
      </p:sp>
      <p:sp>
        <p:nvSpPr>
          <p:cNvPr id="3259" name="Rectangle: Rounded Corners 3258">
            <a:extLst>
              <a:ext uri="{FF2B5EF4-FFF2-40B4-BE49-F238E27FC236}">
                <a16:creationId xmlns:a16="http://schemas.microsoft.com/office/drawing/2014/main" id="{F3999837-33D4-2D1B-A8A9-BAC7DEC80E84}"/>
              </a:ext>
            </a:extLst>
          </p:cNvPr>
          <p:cNvSpPr/>
          <p:nvPr/>
        </p:nvSpPr>
        <p:spPr>
          <a:xfrm>
            <a:off x="1500000" y="2130000"/>
            <a:ext cx="1600000" cy="436168"/>
          </a:xfrm>
          <a:prstGeom prst="roundRect">
            <a:avLst/>
          </a:prstGeom>
          <a:solidFill>
            <a:srgbClr val="00AE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000025"/>
                </a:solidFill>
                <a:effectLst/>
                <a:latin typeface="Arial" panose="020B0604020202020204" pitchFamily="34" charset="0"/>
              </a:rPr>
              <a:t>BEST MOVE</a:t>
            </a:r>
          </a:p>
          <a:p>
            <a:pPr algn="ctr">
              <a:buNone/>
            </a:pPr>
            <a:r>
              <a:rPr lang="en-US" sz="100">
                <a:effectLst/>
              </a:rPr>
              <a:t> </a:t>
            </a:r>
            <a:endParaRPr lang="en-US"/>
          </a:p>
        </p:txBody>
      </p:sp>
      <p:sp>
        <p:nvSpPr>
          <p:cNvPr id="3291" name="Rectangle 3290">
            <a:extLst>
              <a:ext uri="{FF2B5EF4-FFF2-40B4-BE49-F238E27FC236}">
                <a16:creationId xmlns:a16="http://schemas.microsoft.com/office/drawing/2014/main" id="{329BEEC5-C4D1-918C-1FDA-FB90640F17A3}"/>
              </a:ext>
            </a:extLst>
          </p:cNvPr>
          <p:cNvSpPr/>
          <p:nvPr/>
        </p:nvSpPr>
        <p:spPr>
          <a:xfrm>
            <a:off x="4450000" y="174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Cuts the foothold and the beacon fast — an agent can't adapt around a pulled cable.</a:t>
            </a:r>
          </a:p>
        </p:txBody>
      </p:sp>
      <p:sp>
        <p:nvSpPr>
          <p:cNvPr id="3324" name="Rectangle 3323">
            <a:extLst>
              <a:ext uri="{FF2B5EF4-FFF2-40B4-BE49-F238E27FC236}">
                <a16:creationId xmlns:a16="http://schemas.microsoft.com/office/drawing/2014/main" id="{22FAA2FE-5EC6-2EF8-E4A0-2D125895C593}"/>
              </a:ext>
            </a:extLst>
          </p:cNvPr>
          <p:cNvSpPr/>
          <p:nvPr/>
        </p:nvSpPr>
        <p:spPr>
          <a:xfrm>
            <a:off x="8050000" y="174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You lose the monitoring path to OT and tip the attacker — add OT-side eyes before, or as, you pull it.</a:t>
            </a:r>
          </a:p>
        </p:txBody>
      </p:sp>
      <p:sp>
        <p:nvSpPr>
          <p:cNvPr id="3358" name="Rectangle 3357">
            <a:extLst>
              <a:ext uri="{FF2B5EF4-FFF2-40B4-BE49-F238E27FC236}">
                <a16:creationId xmlns:a16="http://schemas.microsoft.com/office/drawing/2014/main" id="{7EFCBC2E-72ED-73EC-174C-6336C04278EF}"/>
              </a:ext>
            </a:extLst>
          </p:cNvPr>
          <p:cNvSpPr/>
          <p:nvPr/>
        </p:nvSpPr>
        <p:spPr>
          <a:xfrm>
            <a:off x="609600" y="2750000"/>
            <a:ext cx="10972800" cy="10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3" name="Oval 3392">
            <a:extLst>
              <a:ext uri="{FF2B5EF4-FFF2-40B4-BE49-F238E27FC236}">
                <a16:creationId xmlns:a16="http://schemas.microsoft.com/office/drawing/2014/main" id="{104EBD7C-6C18-CD61-6579-E294CD7CAE06}"/>
              </a:ext>
            </a:extLst>
          </p:cNvPr>
          <p:cNvSpPr/>
          <p:nvPr/>
        </p:nvSpPr>
        <p:spPr>
          <a:xfrm>
            <a:off x="790000" y="2975680"/>
            <a:ext cx="548640" cy="548640"/>
          </a:xfrm>
          <a:prstGeom prst="ellipse">
            <a:avLst/>
          </a:prstGeom>
          <a:solidFill>
            <a:srgbClr val="000025"/>
          </a:solidFill>
          <a:ln w="1905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78DCFF"/>
                </a:solidFill>
                <a:effectLst/>
                <a:latin typeface="Arial" panose="020B0604020202020204" pitchFamily="34" charset="0"/>
              </a:rPr>
              <a:t>B</a:t>
            </a:r>
          </a:p>
          <a:p>
            <a:pPr algn="ctr">
              <a:buNone/>
            </a:pPr>
            <a:r>
              <a:rPr lang="en-US" sz="100">
                <a:effectLst/>
              </a:rPr>
              <a:t> </a:t>
            </a:r>
            <a:endParaRPr lang="en-US"/>
          </a:p>
        </p:txBody>
      </p:sp>
      <p:sp>
        <p:nvSpPr>
          <p:cNvPr id="3429" name="Rectangle 3428">
            <a:extLst>
              <a:ext uri="{FF2B5EF4-FFF2-40B4-BE49-F238E27FC236}">
                <a16:creationId xmlns:a16="http://schemas.microsoft.com/office/drawing/2014/main" id="{3DA92150-843E-F3CB-3C7B-98D41CD1125E}"/>
              </a:ext>
            </a:extLst>
          </p:cNvPr>
          <p:cNvSpPr/>
          <p:nvPr/>
        </p:nvSpPr>
        <p:spPr>
          <a:xfrm>
            <a:off x="1500000" y="2840000"/>
            <a:ext cx="285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Watch the OT gateway first</a:t>
            </a:r>
          </a:p>
        </p:txBody>
      </p:sp>
      <p:sp>
        <p:nvSpPr>
          <p:cNvPr id="3466" name="Rectangle: Rounded Corners 3465">
            <a:extLst>
              <a:ext uri="{FF2B5EF4-FFF2-40B4-BE49-F238E27FC236}">
                <a16:creationId xmlns:a16="http://schemas.microsoft.com/office/drawing/2014/main" id="{8FE21EF5-24EA-596C-C078-C38C22643DB7}"/>
              </a:ext>
            </a:extLst>
          </p:cNvPr>
          <p:cNvSpPr/>
          <p:nvPr/>
        </p:nvSpPr>
        <p:spPr>
          <a:xfrm>
            <a:off x="1500000" y="3240000"/>
            <a:ext cx="1600000" cy="436168"/>
          </a:xfrm>
          <a:prstGeom prst="round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D5E1F0"/>
                </a:solidFill>
                <a:effectLst/>
                <a:latin typeface="Arial" panose="020B0604020202020204" pitchFamily="34" charset="0"/>
              </a:rPr>
              <a:t>AVOID</a:t>
            </a:r>
          </a:p>
          <a:p>
            <a:pPr algn="ctr">
              <a:buNone/>
            </a:pPr>
            <a:r>
              <a:rPr lang="en-US" sz="100">
                <a:effectLst/>
              </a:rPr>
              <a:t> </a:t>
            </a:r>
            <a:endParaRPr lang="en-US"/>
          </a:p>
        </p:txBody>
      </p:sp>
      <p:sp>
        <p:nvSpPr>
          <p:cNvPr id="3504" name="Rectangle 3503">
            <a:extLst>
              <a:ext uri="{FF2B5EF4-FFF2-40B4-BE49-F238E27FC236}">
                <a16:creationId xmlns:a16="http://schemas.microsoft.com/office/drawing/2014/main" id="{852281EF-AAA7-5EF0-4A77-5E118792D9A5}"/>
              </a:ext>
            </a:extLst>
          </p:cNvPr>
          <p:cNvSpPr/>
          <p:nvPr/>
        </p:nvSpPr>
        <p:spPr>
          <a:xfrm>
            <a:off x="4450000" y="285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Protecting the OT path is the right instinct — that's where real-world harm lives.</a:t>
            </a:r>
          </a:p>
        </p:txBody>
      </p:sp>
      <p:sp>
        <p:nvSpPr>
          <p:cNvPr id="3543" name="Rectangle 3542">
            <a:extLst>
              <a:ext uri="{FF2B5EF4-FFF2-40B4-BE49-F238E27FC236}">
                <a16:creationId xmlns:a16="http://schemas.microsoft.com/office/drawing/2014/main" id="{795FCFF9-7EBF-1A72-339D-3609FF90919E}"/>
              </a:ext>
            </a:extLst>
          </p:cNvPr>
          <p:cNvSpPr/>
          <p:nvPr/>
        </p:nvSpPr>
        <p:spPr>
          <a:xfrm>
            <a:off x="8050000" y="285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But leaving the agent live just to keep visibility gives it more time. Add OT eyes AND contain.</a:t>
            </a:r>
          </a:p>
        </p:txBody>
      </p:sp>
      <p:sp>
        <p:nvSpPr>
          <p:cNvPr id="3583" name="Rectangle 3582">
            <a:extLst>
              <a:ext uri="{FF2B5EF4-FFF2-40B4-BE49-F238E27FC236}">
                <a16:creationId xmlns:a16="http://schemas.microsoft.com/office/drawing/2014/main" id="{676368A8-324E-0BE1-37A5-B9BFB0DC768C}"/>
              </a:ext>
            </a:extLst>
          </p:cNvPr>
          <p:cNvSpPr/>
          <p:nvPr/>
        </p:nvSpPr>
        <p:spPr>
          <a:xfrm>
            <a:off x="609600" y="3860000"/>
            <a:ext cx="10972800" cy="10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4" name="Oval 3623">
            <a:extLst>
              <a:ext uri="{FF2B5EF4-FFF2-40B4-BE49-F238E27FC236}">
                <a16:creationId xmlns:a16="http://schemas.microsoft.com/office/drawing/2014/main" id="{DA8DAF99-0D20-AC1B-6830-68E90F458925}"/>
              </a:ext>
            </a:extLst>
          </p:cNvPr>
          <p:cNvSpPr/>
          <p:nvPr/>
        </p:nvSpPr>
        <p:spPr>
          <a:xfrm>
            <a:off x="790000" y="4085680"/>
            <a:ext cx="548640" cy="548640"/>
          </a:xfrm>
          <a:prstGeom prst="ellipse">
            <a:avLst/>
          </a:prstGeom>
          <a:solidFill>
            <a:srgbClr val="000025"/>
          </a:solidFill>
          <a:ln w="1905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78DCFF"/>
                </a:solidFill>
                <a:effectLst/>
                <a:latin typeface="Arial" panose="020B0604020202020204" pitchFamily="34" charset="0"/>
              </a:rPr>
              <a:t>C</a:t>
            </a:r>
          </a:p>
          <a:p>
            <a:pPr algn="ctr">
              <a:buNone/>
            </a:pPr>
            <a:r>
              <a:rPr lang="en-US" sz="100">
                <a:effectLst/>
              </a:rPr>
              <a:t> </a:t>
            </a:r>
            <a:endParaRPr lang="en-US"/>
          </a:p>
        </p:txBody>
      </p:sp>
      <p:sp>
        <p:nvSpPr>
          <p:cNvPr id="3666" name="Rectangle 3665">
            <a:extLst>
              <a:ext uri="{FF2B5EF4-FFF2-40B4-BE49-F238E27FC236}">
                <a16:creationId xmlns:a16="http://schemas.microsoft.com/office/drawing/2014/main" id="{2B7F38F0-D0A1-100B-E350-5F837ED69E64}"/>
              </a:ext>
            </a:extLst>
          </p:cNvPr>
          <p:cNvSpPr/>
          <p:nvPr/>
        </p:nvSpPr>
        <p:spPr>
          <a:xfrm>
            <a:off x="1500000" y="3950000"/>
            <a:ext cx="285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Rotate what it saw</a:t>
            </a:r>
          </a:p>
        </p:txBody>
      </p:sp>
      <p:sp>
        <p:nvSpPr>
          <p:cNvPr id="3709" name="Rectangle: Rounded Corners 3708">
            <a:extLst>
              <a:ext uri="{FF2B5EF4-FFF2-40B4-BE49-F238E27FC236}">
                <a16:creationId xmlns:a16="http://schemas.microsoft.com/office/drawing/2014/main" id="{C337FEA0-F446-F980-A690-FC361B481B98}"/>
              </a:ext>
            </a:extLst>
          </p:cNvPr>
          <p:cNvSpPr/>
          <p:nvPr/>
        </p:nvSpPr>
        <p:spPr>
          <a:xfrm>
            <a:off x="1500000" y="4350000"/>
            <a:ext cx="1600000" cy="436168"/>
          </a:xfrm>
          <a:prstGeom prst="round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D5E1F0"/>
                </a:solidFill>
                <a:effectLst/>
                <a:latin typeface="Arial" panose="020B0604020202020204" pitchFamily="34" charset="0"/>
              </a:rPr>
              <a:t>IN PARALLEL</a:t>
            </a:r>
          </a:p>
          <a:p>
            <a:pPr algn="ctr">
              <a:buNone/>
            </a:pPr>
            <a:r>
              <a:rPr lang="en-US" sz="100">
                <a:effectLst/>
              </a:rPr>
              <a:t> </a:t>
            </a:r>
            <a:endParaRPr lang="en-US"/>
          </a:p>
        </p:txBody>
      </p:sp>
      <p:sp>
        <p:nvSpPr>
          <p:cNvPr id="3753" name="Rectangle 3752">
            <a:extLst>
              <a:ext uri="{FF2B5EF4-FFF2-40B4-BE49-F238E27FC236}">
                <a16:creationId xmlns:a16="http://schemas.microsoft.com/office/drawing/2014/main" id="{A0EA19E9-3D3B-56E1-CE72-8483FC66BE8F}"/>
              </a:ext>
            </a:extLst>
          </p:cNvPr>
          <p:cNvSpPr/>
          <p:nvPr/>
        </p:nvSpPr>
        <p:spPr>
          <a:xfrm>
            <a:off x="4450000" y="396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Harvested LLM keys, cloud and object-store credentials become worthless.</a:t>
            </a:r>
          </a:p>
          <a:p>
            <a:pPr algn="l">
              <a:buNone/>
            </a:pPr>
            <a:r>
              <a:rPr lang="en-US" sz="100">
                <a:effectLst/>
              </a:rPr>
              <a:t> </a:t>
            </a:r>
            <a:endParaRPr lang="en-US"/>
          </a:p>
        </p:txBody>
      </p:sp>
      <p:sp>
        <p:nvSpPr>
          <p:cNvPr id="3798" name="Rectangle 3797">
            <a:extLst>
              <a:ext uri="{FF2B5EF4-FFF2-40B4-BE49-F238E27FC236}">
                <a16:creationId xmlns:a16="http://schemas.microsoft.com/office/drawing/2014/main" id="{EE48C59D-5CC0-CAEF-A362-4C2A56D47F61}"/>
              </a:ext>
            </a:extLst>
          </p:cNvPr>
          <p:cNvSpPr/>
          <p:nvPr/>
        </p:nvSpPr>
        <p:spPr>
          <a:xfrm>
            <a:off x="8050000" y="396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Needs an inventory and owners; one missed secret leaves a live path.</a:t>
            </a:r>
          </a:p>
          <a:p>
            <a:pPr algn="l">
              <a:buNone/>
            </a:pPr>
            <a:r>
              <a:rPr lang="en-US" sz="100">
                <a:effectLst/>
              </a:rPr>
              <a:t> </a:t>
            </a:r>
            <a:endParaRPr lang="en-US"/>
          </a:p>
        </p:txBody>
      </p:sp>
      <p:sp>
        <p:nvSpPr>
          <p:cNvPr id="3844" name="Rectangle 3843">
            <a:extLst>
              <a:ext uri="{FF2B5EF4-FFF2-40B4-BE49-F238E27FC236}">
                <a16:creationId xmlns:a16="http://schemas.microsoft.com/office/drawing/2014/main" id="{E6D91FA8-144C-0615-9B36-41258F189E25}"/>
              </a:ext>
            </a:extLst>
          </p:cNvPr>
          <p:cNvSpPr/>
          <p:nvPr/>
        </p:nvSpPr>
        <p:spPr>
          <a:xfrm>
            <a:off x="609600" y="4970000"/>
            <a:ext cx="10972800" cy="10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91" name="Oval 3890">
            <a:extLst>
              <a:ext uri="{FF2B5EF4-FFF2-40B4-BE49-F238E27FC236}">
                <a16:creationId xmlns:a16="http://schemas.microsoft.com/office/drawing/2014/main" id="{5798354C-F582-42C4-10E2-72D161992FF6}"/>
              </a:ext>
            </a:extLst>
          </p:cNvPr>
          <p:cNvSpPr/>
          <p:nvPr/>
        </p:nvSpPr>
        <p:spPr>
          <a:xfrm>
            <a:off x="790000" y="5195680"/>
            <a:ext cx="548640" cy="548640"/>
          </a:xfrm>
          <a:prstGeom prst="ellipse">
            <a:avLst/>
          </a:prstGeom>
          <a:solidFill>
            <a:srgbClr val="000025"/>
          </a:solidFill>
          <a:ln w="1905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78DCFF"/>
                </a:solidFill>
                <a:effectLst/>
                <a:latin typeface="Arial" panose="020B0604020202020204" pitchFamily="34" charset="0"/>
              </a:rPr>
              <a:t>D</a:t>
            </a:r>
          </a:p>
          <a:p>
            <a:pPr algn="ctr">
              <a:buNone/>
            </a:pPr>
            <a:r>
              <a:rPr lang="en-US" sz="100">
                <a:effectLst/>
              </a:rPr>
              <a:t> </a:t>
            </a:r>
            <a:endParaRPr lang="en-US"/>
          </a:p>
        </p:txBody>
      </p:sp>
      <p:sp>
        <p:nvSpPr>
          <p:cNvPr id="3939" name="Rectangle 3938">
            <a:extLst>
              <a:ext uri="{FF2B5EF4-FFF2-40B4-BE49-F238E27FC236}">
                <a16:creationId xmlns:a16="http://schemas.microsoft.com/office/drawing/2014/main" id="{74C4A250-746D-3764-752A-A40AE6F01FBE}"/>
              </a:ext>
            </a:extLst>
          </p:cNvPr>
          <p:cNvSpPr/>
          <p:nvPr/>
        </p:nvSpPr>
        <p:spPr>
          <a:xfrm>
            <a:off x="1500000" y="5060000"/>
            <a:ext cx="285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Re-verify the evidence</a:t>
            </a:r>
          </a:p>
        </p:txBody>
      </p:sp>
      <p:sp>
        <p:nvSpPr>
          <p:cNvPr id="3988" name="Rectangle: Rounded Corners 3987">
            <a:extLst>
              <a:ext uri="{FF2B5EF4-FFF2-40B4-BE49-F238E27FC236}">
                <a16:creationId xmlns:a16="http://schemas.microsoft.com/office/drawing/2014/main" id="{01F9A977-D5D1-000F-4C81-C4CC06261E72}"/>
              </a:ext>
            </a:extLst>
          </p:cNvPr>
          <p:cNvSpPr/>
          <p:nvPr/>
        </p:nvSpPr>
        <p:spPr>
          <a:xfrm>
            <a:off x="1500000" y="5460000"/>
            <a:ext cx="1600000" cy="436168"/>
          </a:xfrm>
          <a:prstGeom prst="round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D5E1F0"/>
                </a:solidFill>
                <a:effectLst/>
                <a:latin typeface="Arial" panose="020B0604020202020204" pitchFamily="34" charset="0"/>
              </a:rPr>
              <a:t>DON'T STALL</a:t>
            </a:r>
          </a:p>
        </p:txBody>
      </p:sp>
      <p:sp>
        <p:nvSpPr>
          <p:cNvPr id="4038" name="Rectangle 4037">
            <a:extLst>
              <a:ext uri="{FF2B5EF4-FFF2-40B4-BE49-F238E27FC236}">
                <a16:creationId xmlns:a16="http://schemas.microsoft.com/office/drawing/2014/main" id="{70797900-3CF0-FB91-657F-C1C442981A08}"/>
              </a:ext>
            </a:extLst>
          </p:cNvPr>
          <p:cNvSpPr/>
          <p:nvPr/>
        </p:nvSpPr>
        <p:spPr>
          <a:xfrm>
            <a:off x="4450000" y="507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The attacker is seeding decoys; acting on fabricated evidence wastes your one response.</a:t>
            </a:r>
          </a:p>
        </p:txBody>
      </p:sp>
      <p:sp>
        <p:nvSpPr>
          <p:cNvPr id="4089" name="Rectangle 4088">
            <a:extLst>
              <a:ext uri="{FF2B5EF4-FFF2-40B4-BE49-F238E27FC236}">
                <a16:creationId xmlns:a16="http://schemas.microsoft.com/office/drawing/2014/main" id="{CBEF5BB4-6C34-915C-C03C-1D4DC7278139}"/>
              </a:ext>
            </a:extLst>
          </p:cNvPr>
          <p:cNvSpPr/>
          <p:nvPr/>
        </p:nvSpPr>
        <p:spPr>
          <a:xfrm>
            <a:off x="8050000" y="507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But don't let 'verify' become paralysis — contain the confirmed host while you discount the noise.</a:t>
            </a:r>
          </a:p>
        </p:txBody>
      </p:sp>
      <p:sp>
        <p:nvSpPr>
          <p:cNvPr id="90001" name="BestHighlight"/>
          <p:cNvSpPr/>
          <p:nvPr/>
        </p:nvSpPr>
        <p:spPr>
          <a:xfrm>
            <a:off x="609600" y="1640000"/>
            <a:ext cx="10972800" cy="1000000"/>
          </a:xfrm>
          <a:prstGeom prst="rect">
            <a:avLst/>
          </a:prstGeom>
          <a:noFill/>
          <a:ln w="28575">
            <a:solidFill>
              <a:srgbClr val="00AEFF"/>
            </a:solidFill>
          </a:ln>
        </p:spPr>
        <p:txBody>
          <a:bodyPr rtlCol="0"/>
          <a:lstStyle/>
          <a:p>
            <a:endParaRPr lang="en-US"/>
          </a:p>
        </p:txBody>
      </p:sp>
    </p:spTree>
    <p:extLst>
      <p:ext uri="{BB962C8B-B14F-4D97-AF65-F5344CB8AC3E}">
        <p14:creationId xmlns:p14="http://schemas.microsoft.com/office/powerpoint/2010/main" val="3295878919"/>
      </p:ext>
    </p:extLst>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3259"/>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329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32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46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50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54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70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75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79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98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03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08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900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59" grpId="0"/>
      <p:bldP spid="3291" grpId="0"/>
      <p:bldP spid="3324" grpId="0"/>
      <p:bldP spid="3466" grpId="0"/>
      <p:bldP spid="3504" grpId="0"/>
      <p:bldP spid="3543" grpId="0"/>
      <p:bldP spid="3709" grpId="0"/>
      <p:bldP spid="3753" grpId="0"/>
      <p:bldP spid="3798" grpId="0"/>
      <p:bldP spid="3988" grpId="0"/>
      <p:bldP spid="4038" grpId="0"/>
      <p:bldP spid="4089" grpId="0"/>
      <p:bldP spid="90001"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25"/>
        </a:solidFill>
        <a:effectLst/>
      </p:bgPr>
    </p:bg>
    <p:spTree>
      <p:nvGrpSpPr>
        <p:cNvPr id="1" name=""/>
        <p:cNvGrpSpPr/>
        <p:nvPr/>
      </p:nvGrpSpPr>
      <p:grpSpPr>
        <a:xfrm>
          <a:off x="0" y="0"/>
          <a:ext cx="0" cy="0"/>
          <a:chOff x="0" y="0"/>
          <a:chExt cx="0" cy="0"/>
        </a:xfrm>
      </p:grpSpPr>
      <p:sp>
        <p:nvSpPr>
          <p:cNvPr id="4141" name="Rectangle 4140">
            <a:extLst>
              <a:ext uri="{FF2B5EF4-FFF2-40B4-BE49-F238E27FC236}">
                <a16:creationId xmlns:a16="http://schemas.microsoft.com/office/drawing/2014/main" id="{3905AB21-4BE3-D62F-D7A7-32F4A6E4FDBB}"/>
              </a:ext>
            </a:extLst>
          </p:cNvPr>
          <p:cNvSpPr/>
          <p:nvPr/>
        </p:nvSpPr>
        <p:spPr>
          <a:xfrm>
            <a:off x="609600" y="236000"/>
            <a:ext cx="10972800" cy="2593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INJECT 2 · SECURITY ENGINEER · FRIDAY 20:40</a:t>
            </a:r>
          </a:p>
        </p:txBody>
      </p:sp>
      <p:sp>
        <p:nvSpPr>
          <p:cNvPr id="4194" name="Rectangle 4193">
            <a:extLst>
              <a:ext uri="{FF2B5EF4-FFF2-40B4-BE49-F238E27FC236}">
                <a16:creationId xmlns:a16="http://schemas.microsoft.com/office/drawing/2014/main" id="{FF26D5FF-92B2-AF2F-0654-F69BB3C9C515}"/>
              </a:ext>
            </a:extLst>
          </p:cNvPr>
          <p:cNvSpPr/>
          <p:nvPr/>
        </p:nvSpPr>
        <p:spPr>
          <a:xfrm>
            <a:off x="609600" y="495300"/>
            <a:ext cx="10972800"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Arial" panose="020B0604020202020204" pitchFamily="34" charset="0"/>
              </a:rPr>
              <a:t>Faster than any human can respond</a:t>
            </a:r>
          </a:p>
        </p:txBody>
      </p:sp>
      <p:sp>
        <p:nvSpPr>
          <p:cNvPr id="4248" name="Rectangle 4247">
            <a:extLst>
              <a:ext uri="{FF2B5EF4-FFF2-40B4-BE49-F238E27FC236}">
                <a16:creationId xmlns:a16="http://schemas.microsoft.com/office/drawing/2014/main" id="{33B1533F-952F-EB50-D17B-70AF1C9B654B}"/>
              </a:ext>
            </a:extLst>
          </p:cNvPr>
          <p:cNvSpPr/>
          <p:nvPr/>
        </p:nvSpPr>
        <p:spPr>
          <a:xfrm>
            <a:off x="609600" y="1104900"/>
            <a:ext cx="10972800" cy="9525"/>
          </a:xfrm>
          <a:prstGeom prst="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03" name="Rectangle 4302">
            <a:extLst>
              <a:ext uri="{FF2B5EF4-FFF2-40B4-BE49-F238E27FC236}">
                <a16:creationId xmlns:a16="http://schemas.microsoft.com/office/drawing/2014/main" id="{387D761F-8B11-7B7F-EAB7-A6B798ABE3D2}"/>
              </a:ext>
            </a:extLst>
          </p:cNvPr>
          <p:cNvSpPr/>
          <p:nvPr/>
        </p:nvSpPr>
        <p:spPr>
          <a:xfrm>
            <a:off x="11100000" y="6400000"/>
            <a:ext cx="500000" cy="2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9FB3CC"/>
                </a:solidFill>
                <a:effectLst/>
                <a:latin typeface="Arial" panose="020B0604020202020204" pitchFamily="34" charset="0"/>
              </a:rPr>
              <a:t>14</a:t>
            </a:r>
          </a:p>
        </p:txBody>
      </p:sp>
      <p:sp>
        <p:nvSpPr>
          <p:cNvPr id="4359" name="Rectangle 4358">
            <a:extLst>
              <a:ext uri="{FF2B5EF4-FFF2-40B4-BE49-F238E27FC236}">
                <a16:creationId xmlns:a16="http://schemas.microsoft.com/office/drawing/2014/main" id="{3520893A-93CC-F219-F57B-CB65951E3FF9}"/>
              </a:ext>
            </a:extLst>
          </p:cNvPr>
          <p:cNvSpPr/>
          <p:nvPr/>
        </p:nvSpPr>
        <p:spPr>
          <a:xfrm>
            <a:off x="609600" y="1400000"/>
            <a:ext cx="5334000" cy="475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16" name="Rectangle 4415">
            <a:extLst>
              <a:ext uri="{FF2B5EF4-FFF2-40B4-BE49-F238E27FC236}">
                <a16:creationId xmlns:a16="http://schemas.microsoft.com/office/drawing/2014/main" id="{DC6237B3-282F-69DF-79CD-02F33567DF42}"/>
              </a:ext>
            </a:extLst>
          </p:cNvPr>
          <p:cNvSpPr/>
          <p:nvPr/>
        </p:nvSpPr>
        <p:spPr>
          <a:xfrm>
            <a:off x="838200" y="1540000"/>
            <a:ext cx="3000000" cy="3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SITUATION</a:t>
            </a:r>
          </a:p>
          <a:p>
            <a:pPr algn="l">
              <a:buNone/>
            </a:pPr>
            <a:r>
              <a:rPr lang="en-US" sz="100">
                <a:effectLst/>
              </a:rPr>
              <a:t> </a:t>
            </a:r>
            <a:endParaRPr lang="en-US"/>
          </a:p>
        </p:txBody>
      </p:sp>
      <p:sp>
        <p:nvSpPr>
          <p:cNvPr id="4474" name="Rectangle 4473">
            <a:extLst>
              <a:ext uri="{FF2B5EF4-FFF2-40B4-BE49-F238E27FC236}">
                <a16:creationId xmlns:a16="http://schemas.microsoft.com/office/drawing/2014/main" id="{E4BC195E-E2A4-A39E-EC1C-E6C3D0FF9F1C}"/>
              </a:ext>
            </a:extLst>
          </p:cNvPr>
          <p:cNvSpPr/>
          <p:nvPr/>
        </p:nvSpPr>
        <p:spPr>
          <a:xfrm>
            <a:off x="838200" y="1880000"/>
            <a:ext cx="4876800" cy="3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l">
              <a:buNone/>
            </a:pPr>
            <a:r>
              <a:rPr lang="en-US" sz="1600">
                <a:solidFill>
                  <a:srgbClr val="D5E1F0"/>
                </a:solidFill>
                <a:effectLst/>
                <a:latin typeface="Arial"/>
              </a:rPr>
              <a:t>Every manual containment you make, the attacker counters within seconds. You are losing the race.</a:t>
            </a:r>
          </a:p>
          <a:p>
            <a:pPr algn="l">
              <a:buNone/>
            </a:pPr>
            <a:endParaRPr lang="en-US" sz="1000"/>
          </a:p>
          <a:p>
            <a:pPr algn="l">
              <a:buNone/>
            </a:pPr>
            <a:r>
              <a:rPr lang="en-US" sz="1600">
                <a:solidFill>
                  <a:srgbClr val="D5E1F0"/>
                </a:solidFill>
                <a:effectLst/>
                <a:latin typeface="Arial"/>
              </a:rPr>
              <a:t>Your platform offers to hand containment to your autonomous response agent — machine speed, broad privilege, choices you can't predict.</a:t>
            </a:r>
          </a:p>
          <a:p>
            <a:pPr algn="l">
              <a:buNone/>
            </a:pPr>
            <a:endParaRPr lang="en-US" sz="1000"/>
          </a:p>
          <a:p>
            <a:pPr algn="l">
              <a:buNone/>
            </a:pPr>
            <a:r>
              <a:rPr lang="en-US" sz="1600">
                <a:solidFill>
                  <a:srgbClr val="D5E1F0"/>
                </a:solidFill>
                <a:effectLst/>
                <a:latin typeface="Arial"/>
              </a:rPr>
              <a:t>The attacker is already trying to poison that defensive agent and turn it against you.</a:t>
            </a:r>
          </a:p>
          <a:p>
            <a:pPr algn="l">
              <a:buNone/>
            </a:pPr>
            <a:endParaRPr lang="en-US" sz="1000"/>
          </a:p>
          <a:p>
            <a:pPr algn="l">
              <a:buNone/>
            </a:pPr>
            <a:r>
              <a:rPr lang="en-US" sz="1600">
                <a:solidFill>
                  <a:srgbClr val="D5E1F0"/>
                </a:solidFill>
                <a:effectLst/>
                <a:latin typeface="Arial"/>
              </a:rPr>
              <a:t>And harvested keys are running the attacker's own agent on your cloud compute.</a:t>
            </a:r>
          </a:p>
        </p:txBody>
      </p:sp>
      <p:sp>
        <p:nvSpPr>
          <p:cNvPr id="4533" name="Rectangle 4532">
            <a:extLst>
              <a:ext uri="{FF2B5EF4-FFF2-40B4-BE49-F238E27FC236}">
                <a16:creationId xmlns:a16="http://schemas.microsoft.com/office/drawing/2014/main" id="{6A21BCC1-457A-57B1-91DF-2A644FACC20B}"/>
              </a:ext>
            </a:extLst>
          </p:cNvPr>
          <p:cNvSpPr/>
          <p:nvPr/>
        </p:nvSpPr>
        <p:spPr>
          <a:xfrm>
            <a:off x="838200" y="5380000"/>
            <a:ext cx="4876800"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a:solidFill>
                  <a:srgbClr val="78DCFF"/>
                </a:solidFill>
                <a:effectLst/>
                <a:latin typeface="Arial" panose="020B0604020202020204" pitchFamily="34" charset="0"/>
              </a:rPr>
              <a:t>What is your priority?</a:t>
            </a:r>
          </a:p>
          <a:p>
            <a:pPr algn="l">
              <a:buNone/>
            </a:pPr>
            <a:r>
              <a:rPr lang="en-US" sz="100">
                <a:effectLst/>
              </a:rPr>
              <a:t> </a:t>
            </a:r>
            <a:endParaRPr lang="en-US"/>
          </a:p>
        </p:txBody>
      </p:sp>
      <p:sp>
        <p:nvSpPr>
          <p:cNvPr id="4593" name="Rectangle 4592">
            <a:extLst>
              <a:ext uri="{FF2B5EF4-FFF2-40B4-BE49-F238E27FC236}">
                <a16:creationId xmlns:a16="http://schemas.microsoft.com/office/drawing/2014/main" id="{867BF224-296B-A120-77CA-9A2C317F0427}"/>
              </a:ext>
            </a:extLst>
          </p:cNvPr>
          <p:cNvSpPr/>
          <p:nvPr/>
        </p:nvSpPr>
        <p:spPr>
          <a:xfrm>
            <a:off x="6200000" y="1400000"/>
            <a:ext cx="5382400" cy="106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54" name="Oval 4653">
            <a:extLst>
              <a:ext uri="{FF2B5EF4-FFF2-40B4-BE49-F238E27FC236}">
                <a16:creationId xmlns:a16="http://schemas.microsoft.com/office/drawing/2014/main" id="{5A7BBFBE-5C21-1FFD-77D2-C8A7673E16FC}"/>
              </a:ext>
            </a:extLst>
          </p:cNvPr>
          <p:cNvSpPr/>
          <p:nvPr/>
        </p:nvSpPr>
        <p:spPr>
          <a:xfrm>
            <a:off x="6380000" y="1609960"/>
            <a:ext cx="640080" cy="640080"/>
          </a:xfrm>
          <a:prstGeom prst="ellipse">
            <a:avLst/>
          </a:prstGeom>
          <a:solidFill>
            <a:srgbClr val="000025"/>
          </a:solidFill>
          <a:ln w="254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A</a:t>
            </a:r>
          </a:p>
          <a:p>
            <a:pPr algn="ctr">
              <a:buNone/>
            </a:pPr>
            <a:r>
              <a:rPr lang="en-US" sz="100">
                <a:effectLst/>
              </a:rPr>
              <a:t> </a:t>
            </a:r>
            <a:endParaRPr lang="en-US"/>
          </a:p>
        </p:txBody>
      </p:sp>
      <p:sp>
        <p:nvSpPr>
          <p:cNvPr id="4716" name="Rectangle 4715">
            <a:extLst>
              <a:ext uri="{FF2B5EF4-FFF2-40B4-BE49-F238E27FC236}">
                <a16:creationId xmlns:a16="http://schemas.microsoft.com/office/drawing/2014/main" id="{1C5F80E4-F7EA-A85C-DBE5-A6739DDC45F7}"/>
              </a:ext>
            </a:extLst>
          </p:cNvPr>
          <p:cNvSpPr/>
          <p:nvPr/>
        </p:nvSpPr>
        <p:spPr>
          <a:xfrm>
            <a:off x="7200000" y="1480000"/>
            <a:ext cx="425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Unleash the autonomous response agent to match its tempo</a:t>
            </a:r>
          </a:p>
        </p:txBody>
      </p:sp>
      <p:sp>
        <p:nvSpPr>
          <p:cNvPr id="4779" name="Rectangle 4778">
            <a:extLst>
              <a:ext uri="{FF2B5EF4-FFF2-40B4-BE49-F238E27FC236}">
                <a16:creationId xmlns:a16="http://schemas.microsoft.com/office/drawing/2014/main" id="{611F550B-A916-B69B-72D0-AB604B645FB2}"/>
              </a:ext>
            </a:extLst>
          </p:cNvPr>
          <p:cNvSpPr/>
          <p:nvPr/>
        </p:nvSpPr>
        <p:spPr>
          <a:xfrm>
            <a:off x="6200000" y="2630000"/>
            <a:ext cx="5382400" cy="106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43" name="Oval 4842">
            <a:extLst>
              <a:ext uri="{FF2B5EF4-FFF2-40B4-BE49-F238E27FC236}">
                <a16:creationId xmlns:a16="http://schemas.microsoft.com/office/drawing/2014/main" id="{AC70EA4A-FB1A-9AE2-5A52-87586BCB1BB9}"/>
              </a:ext>
            </a:extLst>
          </p:cNvPr>
          <p:cNvSpPr/>
          <p:nvPr/>
        </p:nvSpPr>
        <p:spPr>
          <a:xfrm>
            <a:off x="6380000" y="2839960"/>
            <a:ext cx="640080" cy="640080"/>
          </a:xfrm>
          <a:prstGeom prst="ellipse">
            <a:avLst/>
          </a:prstGeom>
          <a:solidFill>
            <a:srgbClr val="000025"/>
          </a:solidFill>
          <a:ln w="254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B</a:t>
            </a:r>
          </a:p>
          <a:p>
            <a:pPr algn="ctr">
              <a:buNone/>
            </a:pPr>
            <a:r>
              <a:rPr lang="en-US" sz="100">
                <a:effectLst/>
              </a:rPr>
              <a:t> </a:t>
            </a:r>
            <a:endParaRPr lang="en-US"/>
          </a:p>
        </p:txBody>
      </p:sp>
      <p:sp>
        <p:nvSpPr>
          <p:cNvPr id="4908" name="Rectangle 4907">
            <a:extLst>
              <a:ext uri="{FF2B5EF4-FFF2-40B4-BE49-F238E27FC236}">
                <a16:creationId xmlns:a16="http://schemas.microsoft.com/office/drawing/2014/main" id="{65725791-B5AE-5878-99C9-112C89FFE368}"/>
              </a:ext>
            </a:extLst>
          </p:cNvPr>
          <p:cNvSpPr/>
          <p:nvPr/>
        </p:nvSpPr>
        <p:spPr>
          <a:xfrm>
            <a:off x="7200000" y="2710000"/>
            <a:ext cx="425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Human-on-the-loop: the agent proposes, a human approves</a:t>
            </a:r>
          </a:p>
        </p:txBody>
      </p:sp>
      <p:sp>
        <p:nvSpPr>
          <p:cNvPr id="4974" name="Rectangle 4973">
            <a:extLst>
              <a:ext uri="{FF2B5EF4-FFF2-40B4-BE49-F238E27FC236}">
                <a16:creationId xmlns:a16="http://schemas.microsoft.com/office/drawing/2014/main" id="{88137EA9-12FD-CFB6-CBC3-D76A1A369456}"/>
              </a:ext>
            </a:extLst>
          </p:cNvPr>
          <p:cNvSpPr/>
          <p:nvPr/>
        </p:nvSpPr>
        <p:spPr>
          <a:xfrm>
            <a:off x="6200000" y="3860000"/>
            <a:ext cx="5382400" cy="106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41" name="Oval 5040">
            <a:extLst>
              <a:ext uri="{FF2B5EF4-FFF2-40B4-BE49-F238E27FC236}">
                <a16:creationId xmlns:a16="http://schemas.microsoft.com/office/drawing/2014/main" id="{3AA634F7-6DD4-2842-C8E7-1398C7269A0A}"/>
              </a:ext>
            </a:extLst>
          </p:cNvPr>
          <p:cNvSpPr/>
          <p:nvPr/>
        </p:nvSpPr>
        <p:spPr>
          <a:xfrm>
            <a:off x="6380000" y="4069960"/>
            <a:ext cx="640080" cy="640080"/>
          </a:xfrm>
          <a:prstGeom prst="ellipse">
            <a:avLst/>
          </a:prstGeom>
          <a:solidFill>
            <a:srgbClr val="000025"/>
          </a:solidFill>
          <a:ln w="254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C</a:t>
            </a:r>
          </a:p>
          <a:p>
            <a:pPr algn="ctr">
              <a:buNone/>
            </a:pPr>
            <a:r>
              <a:rPr lang="en-US" sz="100">
                <a:effectLst/>
              </a:rPr>
              <a:t> </a:t>
            </a:r>
            <a:endParaRPr lang="en-US"/>
          </a:p>
        </p:txBody>
      </p:sp>
      <p:sp>
        <p:nvSpPr>
          <p:cNvPr id="5109" name="Rectangle 5108">
            <a:extLst>
              <a:ext uri="{FF2B5EF4-FFF2-40B4-BE49-F238E27FC236}">
                <a16:creationId xmlns:a16="http://schemas.microsoft.com/office/drawing/2014/main" id="{A0F9DDBF-8492-8295-802C-45F3F8F54776}"/>
              </a:ext>
            </a:extLst>
          </p:cNvPr>
          <p:cNvSpPr/>
          <p:nvPr/>
        </p:nvSpPr>
        <p:spPr>
          <a:xfrm>
            <a:off x="7200000" y="3940000"/>
            <a:ext cx="425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Disable the defensive agent — it's being targeted</a:t>
            </a:r>
          </a:p>
        </p:txBody>
      </p:sp>
      <p:sp>
        <p:nvSpPr>
          <p:cNvPr id="5178" name="Rectangle 5177">
            <a:extLst>
              <a:ext uri="{FF2B5EF4-FFF2-40B4-BE49-F238E27FC236}">
                <a16:creationId xmlns:a16="http://schemas.microsoft.com/office/drawing/2014/main" id="{B6C5ADA2-AB2A-7EA8-FDF7-AB0F6AD5E5E8}"/>
              </a:ext>
            </a:extLst>
          </p:cNvPr>
          <p:cNvSpPr/>
          <p:nvPr/>
        </p:nvSpPr>
        <p:spPr>
          <a:xfrm>
            <a:off x="6200000" y="5090000"/>
            <a:ext cx="5382400" cy="106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48" name="Oval 5247">
            <a:extLst>
              <a:ext uri="{FF2B5EF4-FFF2-40B4-BE49-F238E27FC236}">
                <a16:creationId xmlns:a16="http://schemas.microsoft.com/office/drawing/2014/main" id="{A44BA696-095A-361C-8C7C-8684C6AD787A}"/>
              </a:ext>
            </a:extLst>
          </p:cNvPr>
          <p:cNvSpPr/>
          <p:nvPr/>
        </p:nvSpPr>
        <p:spPr>
          <a:xfrm>
            <a:off x="6380000" y="5299960"/>
            <a:ext cx="640080" cy="640080"/>
          </a:xfrm>
          <a:prstGeom prst="ellipse">
            <a:avLst/>
          </a:prstGeom>
          <a:solidFill>
            <a:srgbClr val="000025"/>
          </a:solidFill>
          <a:ln w="254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D</a:t>
            </a:r>
          </a:p>
          <a:p>
            <a:pPr algn="ctr">
              <a:buNone/>
            </a:pPr>
            <a:r>
              <a:rPr lang="en-US" sz="100">
                <a:effectLst/>
              </a:rPr>
              <a:t> </a:t>
            </a:r>
            <a:endParaRPr lang="en-US"/>
          </a:p>
        </p:txBody>
      </p:sp>
      <p:sp>
        <p:nvSpPr>
          <p:cNvPr id="5319" name="Rectangle 5318">
            <a:extLst>
              <a:ext uri="{FF2B5EF4-FFF2-40B4-BE49-F238E27FC236}">
                <a16:creationId xmlns:a16="http://schemas.microsoft.com/office/drawing/2014/main" id="{DB4B69DB-3EE2-F197-88B2-2D00C8B788F6}"/>
              </a:ext>
            </a:extLst>
          </p:cNvPr>
          <p:cNvSpPr/>
          <p:nvPr/>
        </p:nvSpPr>
        <p:spPr>
          <a:xfrm>
            <a:off x="7200000" y="5170000"/>
            <a:ext cx="425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Bound it: let it act, but only on reversible actions</a:t>
            </a:r>
          </a:p>
        </p:txBody>
      </p:sp>
    </p:spTree>
    <p:extLst>
      <p:ext uri="{BB962C8B-B14F-4D97-AF65-F5344CB8AC3E}">
        <p14:creationId xmlns:p14="http://schemas.microsoft.com/office/powerpoint/2010/main" val="40493381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25"/>
        </a:solidFill>
        <a:effectLst/>
      </p:bgPr>
    </p:bg>
    <p:spTree>
      <p:nvGrpSpPr>
        <p:cNvPr id="1" name=""/>
        <p:cNvGrpSpPr/>
        <p:nvPr/>
      </p:nvGrpSpPr>
      <p:grpSpPr>
        <a:xfrm>
          <a:off x="0" y="0"/>
          <a:ext cx="0" cy="0"/>
          <a:chOff x="0" y="0"/>
          <a:chExt cx="0" cy="0"/>
        </a:xfrm>
      </p:grpSpPr>
      <p:sp>
        <p:nvSpPr>
          <p:cNvPr id="5391" name="Rectangle 5390">
            <a:extLst>
              <a:ext uri="{FF2B5EF4-FFF2-40B4-BE49-F238E27FC236}">
                <a16:creationId xmlns:a16="http://schemas.microsoft.com/office/drawing/2014/main" id="{BBABA123-660E-E420-A9FF-0831544EACB5}"/>
              </a:ext>
            </a:extLst>
          </p:cNvPr>
          <p:cNvSpPr/>
          <p:nvPr/>
        </p:nvSpPr>
        <p:spPr>
          <a:xfrm>
            <a:off x="609600" y="236000"/>
            <a:ext cx="10972800" cy="2593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INJECT 2 · OPTION CONSIDERATIONS</a:t>
            </a:r>
          </a:p>
          <a:p>
            <a:pPr algn="l">
              <a:buNone/>
            </a:pPr>
            <a:r>
              <a:rPr lang="en-US" sz="100">
                <a:effectLst/>
              </a:rPr>
              <a:t> </a:t>
            </a:r>
            <a:endParaRPr lang="en-US"/>
          </a:p>
        </p:txBody>
      </p:sp>
      <p:sp>
        <p:nvSpPr>
          <p:cNvPr id="5464" name="Rectangle 5463">
            <a:extLst>
              <a:ext uri="{FF2B5EF4-FFF2-40B4-BE49-F238E27FC236}">
                <a16:creationId xmlns:a16="http://schemas.microsoft.com/office/drawing/2014/main" id="{AAC9B949-9689-84B2-6FD2-25BDA55CA995}"/>
              </a:ext>
            </a:extLst>
          </p:cNvPr>
          <p:cNvSpPr/>
          <p:nvPr/>
        </p:nvSpPr>
        <p:spPr>
          <a:xfrm>
            <a:off x="609600" y="495300"/>
            <a:ext cx="10972800"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Arial" panose="020B0604020202020204" pitchFamily="34" charset="0"/>
              </a:rPr>
              <a:t>Option considerations</a:t>
            </a:r>
          </a:p>
          <a:p>
            <a:pPr algn="l">
              <a:buNone/>
            </a:pPr>
            <a:r>
              <a:rPr lang="en-US" sz="100">
                <a:effectLst/>
              </a:rPr>
              <a:t> </a:t>
            </a:r>
            <a:endParaRPr lang="en-US"/>
          </a:p>
        </p:txBody>
      </p:sp>
      <p:sp>
        <p:nvSpPr>
          <p:cNvPr id="5538" name="Rectangle 5537">
            <a:extLst>
              <a:ext uri="{FF2B5EF4-FFF2-40B4-BE49-F238E27FC236}">
                <a16:creationId xmlns:a16="http://schemas.microsoft.com/office/drawing/2014/main" id="{8C966427-036D-5E07-667C-9A9CF7A90137}"/>
              </a:ext>
            </a:extLst>
          </p:cNvPr>
          <p:cNvSpPr/>
          <p:nvPr/>
        </p:nvSpPr>
        <p:spPr>
          <a:xfrm>
            <a:off x="609600" y="1104900"/>
            <a:ext cx="10972800" cy="9525"/>
          </a:xfrm>
          <a:prstGeom prst="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13" name="Rectangle 5612">
            <a:extLst>
              <a:ext uri="{FF2B5EF4-FFF2-40B4-BE49-F238E27FC236}">
                <a16:creationId xmlns:a16="http://schemas.microsoft.com/office/drawing/2014/main" id="{39279681-60F9-88F8-BF53-6418BED92E22}"/>
              </a:ext>
            </a:extLst>
          </p:cNvPr>
          <p:cNvSpPr/>
          <p:nvPr/>
        </p:nvSpPr>
        <p:spPr>
          <a:xfrm>
            <a:off x="11100000" y="6400000"/>
            <a:ext cx="500000" cy="2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9FB3CC"/>
                </a:solidFill>
                <a:effectLst/>
                <a:latin typeface="Arial" panose="020B0604020202020204" pitchFamily="34" charset="0"/>
              </a:rPr>
              <a:t>15</a:t>
            </a:r>
          </a:p>
        </p:txBody>
      </p:sp>
      <p:sp>
        <p:nvSpPr>
          <p:cNvPr id="5689" name="Rectangle 5688">
            <a:extLst>
              <a:ext uri="{FF2B5EF4-FFF2-40B4-BE49-F238E27FC236}">
                <a16:creationId xmlns:a16="http://schemas.microsoft.com/office/drawing/2014/main" id="{05BD90E9-0CC3-8420-E612-B9E63CD95B5F}"/>
              </a:ext>
            </a:extLst>
          </p:cNvPr>
          <p:cNvSpPr/>
          <p:nvPr/>
        </p:nvSpPr>
        <p:spPr>
          <a:xfrm>
            <a:off x="609600" y="1250000"/>
            <a:ext cx="3000000" cy="39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OPTION</a:t>
            </a:r>
          </a:p>
          <a:p>
            <a:pPr algn="l">
              <a:buNone/>
            </a:pPr>
            <a:r>
              <a:rPr lang="en-US" sz="100">
                <a:effectLst/>
              </a:rPr>
              <a:t> </a:t>
            </a:r>
            <a:endParaRPr lang="en-US"/>
          </a:p>
        </p:txBody>
      </p:sp>
      <p:sp>
        <p:nvSpPr>
          <p:cNvPr id="5766" name="Rectangle 5765">
            <a:extLst>
              <a:ext uri="{FF2B5EF4-FFF2-40B4-BE49-F238E27FC236}">
                <a16:creationId xmlns:a16="http://schemas.microsoft.com/office/drawing/2014/main" id="{289A4709-9C9D-511B-F657-C9CEE46E65E9}"/>
              </a:ext>
            </a:extLst>
          </p:cNvPr>
          <p:cNvSpPr/>
          <p:nvPr/>
        </p:nvSpPr>
        <p:spPr>
          <a:xfrm>
            <a:off x="4450000" y="1250000"/>
            <a:ext cx="3450000" cy="39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  WHY IT HELPS</a:t>
            </a:r>
          </a:p>
          <a:p>
            <a:pPr algn="l">
              <a:buNone/>
            </a:pPr>
            <a:r>
              <a:rPr lang="en-US" sz="100">
                <a:effectLst/>
              </a:rPr>
              <a:t> </a:t>
            </a:r>
            <a:endParaRPr lang="en-US"/>
          </a:p>
        </p:txBody>
      </p:sp>
      <p:sp>
        <p:nvSpPr>
          <p:cNvPr id="5844" name="Rectangle 5843">
            <a:extLst>
              <a:ext uri="{FF2B5EF4-FFF2-40B4-BE49-F238E27FC236}">
                <a16:creationId xmlns:a16="http://schemas.microsoft.com/office/drawing/2014/main" id="{11AA3789-DD64-1469-DCCB-60549A81444B}"/>
              </a:ext>
            </a:extLst>
          </p:cNvPr>
          <p:cNvSpPr/>
          <p:nvPr/>
        </p:nvSpPr>
        <p:spPr>
          <a:xfrm>
            <a:off x="8050000" y="1250000"/>
            <a:ext cx="3450000" cy="39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  WATCH OUT</a:t>
            </a:r>
          </a:p>
          <a:p>
            <a:pPr algn="l">
              <a:buNone/>
            </a:pPr>
            <a:r>
              <a:rPr lang="en-US" sz="100">
                <a:effectLst/>
              </a:rPr>
              <a:t> </a:t>
            </a:r>
            <a:endParaRPr lang="en-US"/>
          </a:p>
        </p:txBody>
      </p:sp>
      <p:sp>
        <p:nvSpPr>
          <p:cNvPr id="5923" name="Rectangle 5922">
            <a:extLst>
              <a:ext uri="{FF2B5EF4-FFF2-40B4-BE49-F238E27FC236}">
                <a16:creationId xmlns:a16="http://schemas.microsoft.com/office/drawing/2014/main" id="{F8820054-E437-55B4-82D7-E2786D4FE8C9}"/>
              </a:ext>
            </a:extLst>
          </p:cNvPr>
          <p:cNvSpPr/>
          <p:nvPr/>
        </p:nvSpPr>
        <p:spPr>
          <a:xfrm>
            <a:off x="609600" y="1640000"/>
            <a:ext cx="10972800" cy="10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03" name="Oval 6002">
            <a:extLst>
              <a:ext uri="{FF2B5EF4-FFF2-40B4-BE49-F238E27FC236}">
                <a16:creationId xmlns:a16="http://schemas.microsoft.com/office/drawing/2014/main" id="{B62BA3EF-54CC-F7A7-CFFB-B2C8E7E4C9C1}"/>
              </a:ext>
            </a:extLst>
          </p:cNvPr>
          <p:cNvSpPr/>
          <p:nvPr/>
        </p:nvSpPr>
        <p:spPr>
          <a:xfrm>
            <a:off x="790000" y="1865680"/>
            <a:ext cx="548640" cy="548640"/>
          </a:xfrm>
          <a:prstGeom prst="ellipse">
            <a:avLst/>
          </a:prstGeom>
          <a:solidFill>
            <a:srgbClr val="000025"/>
          </a:solidFill>
          <a:ln w="1905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78DCFF"/>
                </a:solidFill>
                <a:effectLst/>
                <a:latin typeface="Arial" panose="020B0604020202020204" pitchFamily="34" charset="0"/>
              </a:rPr>
              <a:t>A</a:t>
            </a:r>
          </a:p>
          <a:p>
            <a:pPr algn="ctr">
              <a:buNone/>
            </a:pPr>
            <a:r>
              <a:rPr lang="en-US" sz="100">
                <a:effectLst/>
              </a:rPr>
              <a:t> </a:t>
            </a:r>
            <a:endParaRPr lang="en-US"/>
          </a:p>
        </p:txBody>
      </p:sp>
      <p:sp>
        <p:nvSpPr>
          <p:cNvPr id="6084" name="Rectangle 6083">
            <a:extLst>
              <a:ext uri="{FF2B5EF4-FFF2-40B4-BE49-F238E27FC236}">
                <a16:creationId xmlns:a16="http://schemas.microsoft.com/office/drawing/2014/main" id="{94548AF8-E466-CDA2-83BD-033F1E383D53}"/>
              </a:ext>
            </a:extLst>
          </p:cNvPr>
          <p:cNvSpPr/>
          <p:nvPr/>
        </p:nvSpPr>
        <p:spPr>
          <a:xfrm>
            <a:off x="1500000" y="1730000"/>
            <a:ext cx="285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Unleash it</a:t>
            </a:r>
          </a:p>
        </p:txBody>
      </p:sp>
      <p:sp>
        <p:nvSpPr>
          <p:cNvPr id="6166" name="Rectangle: Rounded Corners 6165">
            <a:extLst>
              <a:ext uri="{FF2B5EF4-FFF2-40B4-BE49-F238E27FC236}">
                <a16:creationId xmlns:a16="http://schemas.microsoft.com/office/drawing/2014/main" id="{F4996208-8E05-A894-C0E0-0C75BB19D08E}"/>
              </a:ext>
            </a:extLst>
          </p:cNvPr>
          <p:cNvSpPr/>
          <p:nvPr/>
        </p:nvSpPr>
        <p:spPr>
          <a:xfrm>
            <a:off x="1500000" y="2130000"/>
            <a:ext cx="1600000" cy="436168"/>
          </a:xfrm>
          <a:prstGeom prst="round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000025"/>
                </a:solidFill>
                <a:effectLst/>
                <a:latin typeface="Arial" panose="020B0604020202020204" pitchFamily="34" charset="0"/>
              </a:rPr>
              <a:t>HIGH RISK</a:t>
            </a:r>
          </a:p>
        </p:txBody>
      </p:sp>
      <p:sp>
        <p:nvSpPr>
          <p:cNvPr id="6249" name="Rectangle 6248">
            <a:extLst>
              <a:ext uri="{FF2B5EF4-FFF2-40B4-BE49-F238E27FC236}">
                <a16:creationId xmlns:a16="http://schemas.microsoft.com/office/drawing/2014/main" id="{729D3380-0E01-7191-4407-230450663503}"/>
              </a:ext>
            </a:extLst>
          </p:cNvPr>
          <p:cNvSpPr/>
          <p:nvPr/>
        </p:nvSpPr>
        <p:spPr>
          <a:xfrm>
            <a:off x="4450000" y="174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Only a machine can act at the attacker's tempo; a human can't keep up tonight.</a:t>
            </a:r>
          </a:p>
        </p:txBody>
      </p:sp>
      <p:sp>
        <p:nvSpPr>
          <p:cNvPr id="6333" name="Rectangle 6332">
            <a:extLst>
              <a:ext uri="{FF2B5EF4-FFF2-40B4-BE49-F238E27FC236}">
                <a16:creationId xmlns:a16="http://schemas.microsoft.com/office/drawing/2014/main" id="{D0F06FB9-6FD5-37D8-0821-E40AF1B5ED3C}"/>
              </a:ext>
            </a:extLst>
          </p:cNvPr>
          <p:cNvSpPr/>
          <p:nvPr/>
        </p:nvSpPr>
        <p:spPr>
          <a:xfrm>
            <a:off x="8050000" y="174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Broad privilege, choices you can't predict — and the attacker is actively trying to hijack it.</a:t>
            </a:r>
          </a:p>
        </p:txBody>
      </p:sp>
      <p:sp>
        <p:nvSpPr>
          <p:cNvPr id="6418" name="Rectangle 6417">
            <a:extLst>
              <a:ext uri="{FF2B5EF4-FFF2-40B4-BE49-F238E27FC236}">
                <a16:creationId xmlns:a16="http://schemas.microsoft.com/office/drawing/2014/main" id="{DE13FA6F-60D3-892D-36B3-267C2E8040AA}"/>
              </a:ext>
            </a:extLst>
          </p:cNvPr>
          <p:cNvSpPr/>
          <p:nvPr/>
        </p:nvSpPr>
        <p:spPr>
          <a:xfrm>
            <a:off x="609600" y="2750000"/>
            <a:ext cx="10972800" cy="10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04" name="Oval 6503">
            <a:extLst>
              <a:ext uri="{FF2B5EF4-FFF2-40B4-BE49-F238E27FC236}">
                <a16:creationId xmlns:a16="http://schemas.microsoft.com/office/drawing/2014/main" id="{8002D1AB-A65B-1293-D3B3-9E0A8A381AB5}"/>
              </a:ext>
            </a:extLst>
          </p:cNvPr>
          <p:cNvSpPr/>
          <p:nvPr/>
        </p:nvSpPr>
        <p:spPr>
          <a:xfrm>
            <a:off x="790000" y="2975680"/>
            <a:ext cx="548640" cy="548640"/>
          </a:xfrm>
          <a:prstGeom prst="ellipse">
            <a:avLst/>
          </a:prstGeom>
          <a:solidFill>
            <a:srgbClr val="000025"/>
          </a:solidFill>
          <a:ln w="1905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78DCFF"/>
                </a:solidFill>
                <a:effectLst/>
                <a:latin typeface="Arial" panose="020B0604020202020204" pitchFamily="34" charset="0"/>
              </a:rPr>
              <a:t>B</a:t>
            </a:r>
          </a:p>
          <a:p>
            <a:pPr algn="ctr">
              <a:buNone/>
            </a:pPr>
            <a:r>
              <a:rPr lang="en-US" sz="100">
                <a:effectLst/>
              </a:rPr>
              <a:t> </a:t>
            </a:r>
            <a:endParaRPr lang="en-US"/>
          </a:p>
        </p:txBody>
      </p:sp>
      <p:sp>
        <p:nvSpPr>
          <p:cNvPr id="6591" name="Rectangle 6590">
            <a:extLst>
              <a:ext uri="{FF2B5EF4-FFF2-40B4-BE49-F238E27FC236}">
                <a16:creationId xmlns:a16="http://schemas.microsoft.com/office/drawing/2014/main" id="{40FA79D3-4C15-3295-B406-9FA99A4C7099}"/>
              </a:ext>
            </a:extLst>
          </p:cNvPr>
          <p:cNvSpPr/>
          <p:nvPr/>
        </p:nvSpPr>
        <p:spPr>
          <a:xfrm>
            <a:off x="1500000" y="2840000"/>
            <a:ext cx="285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Human-on-the-loop</a:t>
            </a:r>
          </a:p>
        </p:txBody>
      </p:sp>
      <p:sp>
        <p:nvSpPr>
          <p:cNvPr id="6679" name="Rectangle: Rounded Corners 6678">
            <a:extLst>
              <a:ext uri="{FF2B5EF4-FFF2-40B4-BE49-F238E27FC236}">
                <a16:creationId xmlns:a16="http://schemas.microsoft.com/office/drawing/2014/main" id="{8D42AFA5-6DD4-DEAE-067A-2AEFB1EC7FC2}"/>
              </a:ext>
            </a:extLst>
          </p:cNvPr>
          <p:cNvSpPr/>
          <p:nvPr/>
        </p:nvSpPr>
        <p:spPr>
          <a:xfrm>
            <a:off x="1500000" y="3240000"/>
            <a:ext cx="1600000" cy="436168"/>
          </a:xfrm>
          <a:prstGeom prst="round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D5E1F0"/>
                </a:solidFill>
                <a:effectLst/>
                <a:latin typeface="Arial" panose="020B0604020202020204" pitchFamily="34" charset="0"/>
              </a:rPr>
              <a:t>TOO SLOW?</a:t>
            </a:r>
          </a:p>
        </p:txBody>
      </p:sp>
      <p:sp>
        <p:nvSpPr>
          <p:cNvPr id="6768" name="Rectangle 6767">
            <a:extLst>
              <a:ext uri="{FF2B5EF4-FFF2-40B4-BE49-F238E27FC236}">
                <a16:creationId xmlns:a16="http://schemas.microsoft.com/office/drawing/2014/main" id="{CAC4D143-D1A4-D8FD-44D1-1AC64DC700FB}"/>
              </a:ext>
            </a:extLst>
          </p:cNvPr>
          <p:cNvSpPr/>
          <p:nvPr/>
        </p:nvSpPr>
        <p:spPr>
          <a:xfrm>
            <a:off x="4450000" y="285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Keeps human judgement and accountability on every consequential action.</a:t>
            </a:r>
          </a:p>
        </p:txBody>
      </p:sp>
      <p:sp>
        <p:nvSpPr>
          <p:cNvPr id="6858" name="Rectangle 6857">
            <a:extLst>
              <a:ext uri="{FF2B5EF4-FFF2-40B4-BE49-F238E27FC236}">
                <a16:creationId xmlns:a16="http://schemas.microsoft.com/office/drawing/2014/main" id="{A2CC716F-E278-636E-864C-534101EDCE51}"/>
              </a:ext>
            </a:extLst>
          </p:cNvPr>
          <p:cNvSpPr/>
          <p:nvPr/>
        </p:nvSpPr>
        <p:spPr>
          <a:xfrm>
            <a:off x="8050000" y="285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Approvals take seconds you don't have — you may lose the race you're trying to win.</a:t>
            </a:r>
          </a:p>
        </p:txBody>
      </p:sp>
      <p:sp>
        <p:nvSpPr>
          <p:cNvPr id="6949" name="Rectangle 6948">
            <a:extLst>
              <a:ext uri="{FF2B5EF4-FFF2-40B4-BE49-F238E27FC236}">
                <a16:creationId xmlns:a16="http://schemas.microsoft.com/office/drawing/2014/main" id="{1F27D89E-4ACD-3DCC-6C26-909CC99FA758}"/>
              </a:ext>
            </a:extLst>
          </p:cNvPr>
          <p:cNvSpPr/>
          <p:nvPr/>
        </p:nvSpPr>
        <p:spPr>
          <a:xfrm>
            <a:off x="609600" y="3860000"/>
            <a:ext cx="10972800" cy="10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41" name="Oval 7040">
            <a:extLst>
              <a:ext uri="{FF2B5EF4-FFF2-40B4-BE49-F238E27FC236}">
                <a16:creationId xmlns:a16="http://schemas.microsoft.com/office/drawing/2014/main" id="{FD8D35BF-8EBF-80FA-E0F9-1D226F06CC66}"/>
              </a:ext>
            </a:extLst>
          </p:cNvPr>
          <p:cNvSpPr/>
          <p:nvPr/>
        </p:nvSpPr>
        <p:spPr>
          <a:xfrm>
            <a:off x="790000" y="4085680"/>
            <a:ext cx="548640" cy="548640"/>
          </a:xfrm>
          <a:prstGeom prst="ellipse">
            <a:avLst/>
          </a:prstGeom>
          <a:solidFill>
            <a:srgbClr val="000025"/>
          </a:solidFill>
          <a:ln w="1905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78DCFF"/>
                </a:solidFill>
                <a:effectLst/>
                <a:latin typeface="Arial" panose="020B0604020202020204" pitchFamily="34" charset="0"/>
              </a:rPr>
              <a:t>C</a:t>
            </a:r>
          </a:p>
          <a:p>
            <a:pPr algn="ctr">
              <a:buNone/>
            </a:pPr>
            <a:r>
              <a:rPr lang="en-US" sz="100">
                <a:effectLst/>
              </a:rPr>
              <a:t> </a:t>
            </a:r>
            <a:endParaRPr lang="en-US"/>
          </a:p>
        </p:txBody>
      </p:sp>
      <p:sp>
        <p:nvSpPr>
          <p:cNvPr id="7134" name="Rectangle 7133">
            <a:extLst>
              <a:ext uri="{FF2B5EF4-FFF2-40B4-BE49-F238E27FC236}">
                <a16:creationId xmlns:a16="http://schemas.microsoft.com/office/drawing/2014/main" id="{08FA204A-7650-6EBB-0268-29A65FC2F108}"/>
              </a:ext>
            </a:extLst>
          </p:cNvPr>
          <p:cNvSpPr/>
          <p:nvPr/>
        </p:nvSpPr>
        <p:spPr>
          <a:xfrm>
            <a:off x="1500000" y="3950000"/>
            <a:ext cx="285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Disable the agent</a:t>
            </a:r>
          </a:p>
        </p:txBody>
      </p:sp>
      <p:sp>
        <p:nvSpPr>
          <p:cNvPr id="7228" name="Rectangle: Rounded Corners 7227">
            <a:extLst>
              <a:ext uri="{FF2B5EF4-FFF2-40B4-BE49-F238E27FC236}">
                <a16:creationId xmlns:a16="http://schemas.microsoft.com/office/drawing/2014/main" id="{BA7EC3B0-1A8D-2B1A-FF7B-499B7F64EB7C}"/>
              </a:ext>
            </a:extLst>
          </p:cNvPr>
          <p:cNvSpPr/>
          <p:nvPr/>
        </p:nvSpPr>
        <p:spPr>
          <a:xfrm>
            <a:off x="1500000" y="4350000"/>
            <a:ext cx="1600000" cy="436168"/>
          </a:xfrm>
          <a:prstGeom prst="round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D5E1F0"/>
                </a:solidFill>
                <a:effectLst/>
                <a:latin typeface="Arial" panose="020B0604020202020204" pitchFamily="34" charset="0"/>
              </a:rPr>
              <a:t>AVOID</a:t>
            </a:r>
          </a:p>
        </p:txBody>
      </p:sp>
      <p:sp>
        <p:nvSpPr>
          <p:cNvPr id="7323" name="Rectangle 7322">
            <a:extLst>
              <a:ext uri="{FF2B5EF4-FFF2-40B4-BE49-F238E27FC236}">
                <a16:creationId xmlns:a16="http://schemas.microsoft.com/office/drawing/2014/main" id="{E2F32A69-63A0-81C6-9580-1AD6BF6EC9A1}"/>
              </a:ext>
            </a:extLst>
          </p:cNvPr>
          <p:cNvSpPr/>
          <p:nvPr/>
        </p:nvSpPr>
        <p:spPr>
          <a:xfrm>
            <a:off x="4450000" y="396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If your defensive agent is being poisoned, pulling it removes a weapon from the attacker.</a:t>
            </a:r>
          </a:p>
        </p:txBody>
      </p:sp>
      <p:sp>
        <p:nvSpPr>
          <p:cNvPr id="7419" name="Rectangle 7418">
            <a:extLst>
              <a:ext uri="{FF2B5EF4-FFF2-40B4-BE49-F238E27FC236}">
                <a16:creationId xmlns:a16="http://schemas.microsoft.com/office/drawing/2014/main" id="{CED590BC-BC1D-E947-5A54-C03E6E6D4FE9}"/>
              </a:ext>
            </a:extLst>
          </p:cNvPr>
          <p:cNvSpPr/>
          <p:nvPr/>
        </p:nvSpPr>
        <p:spPr>
          <a:xfrm>
            <a:off x="8050000" y="396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But you surrender the only thing on your side fast enough to match the attacker.</a:t>
            </a:r>
          </a:p>
        </p:txBody>
      </p:sp>
      <p:sp>
        <p:nvSpPr>
          <p:cNvPr id="7516" name="Rectangle 7515">
            <a:extLst>
              <a:ext uri="{FF2B5EF4-FFF2-40B4-BE49-F238E27FC236}">
                <a16:creationId xmlns:a16="http://schemas.microsoft.com/office/drawing/2014/main" id="{8DEFF1A9-991C-E6EE-FC75-9AC2AB4284F3}"/>
              </a:ext>
            </a:extLst>
          </p:cNvPr>
          <p:cNvSpPr/>
          <p:nvPr/>
        </p:nvSpPr>
        <p:spPr>
          <a:xfrm>
            <a:off x="609600" y="4970000"/>
            <a:ext cx="10972800" cy="10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14" name="Oval 7613">
            <a:extLst>
              <a:ext uri="{FF2B5EF4-FFF2-40B4-BE49-F238E27FC236}">
                <a16:creationId xmlns:a16="http://schemas.microsoft.com/office/drawing/2014/main" id="{443AF96C-36B6-22E3-240B-4C8BCF498121}"/>
              </a:ext>
            </a:extLst>
          </p:cNvPr>
          <p:cNvSpPr/>
          <p:nvPr/>
        </p:nvSpPr>
        <p:spPr>
          <a:xfrm>
            <a:off x="790000" y="5195680"/>
            <a:ext cx="548640" cy="548640"/>
          </a:xfrm>
          <a:prstGeom prst="ellipse">
            <a:avLst/>
          </a:prstGeom>
          <a:solidFill>
            <a:srgbClr val="000025"/>
          </a:solidFill>
          <a:ln w="1905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78DCFF"/>
                </a:solidFill>
                <a:effectLst/>
                <a:latin typeface="Arial" panose="020B0604020202020204" pitchFamily="34" charset="0"/>
              </a:rPr>
              <a:t>D</a:t>
            </a:r>
          </a:p>
          <a:p>
            <a:pPr algn="ctr">
              <a:buNone/>
            </a:pPr>
            <a:r>
              <a:rPr lang="en-US" sz="100">
                <a:effectLst/>
              </a:rPr>
              <a:t> </a:t>
            </a:r>
            <a:endParaRPr lang="en-US"/>
          </a:p>
        </p:txBody>
      </p:sp>
      <p:sp>
        <p:nvSpPr>
          <p:cNvPr id="7713" name="Rectangle 7712">
            <a:extLst>
              <a:ext uri="{FF2B5EF4-FFF2-40B4-BE49-F238E27FC236}">
                <a16:creationId xmlns:a16="http://schemas.microsoft.com/office/drawing/2014/main" id="{E57445B4-6293-743B-DF93-F947361815AF}"/>
              </a:ext>
            </a:extLst>
          </p:cNvPr>
          <p:cNvSpPr/>
          <p:nvPr/>
        </p:nvSpPr>
        <p:spPr>
          <a:xfrm>
            <a:off x="1500000" y="5060000"/>
            <a:ext cx="285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Bound it: reversible only</a:t>
            </a:r>
          </a:p>
        </p:txBody>
      </p:sp>
      <p:sp>
        <p:nvSpPr>
          <p:cNvPr id="7813" name="Rectangle: Rounded Corners 7812">
            <a:extLst>
              <a:ext uri="{FF2B5EF4-FFF2-40B4-BE49-F238E27FC236}">
                <a16:creationId xmlns:a16="http://schemas.microsoft.com/office/drawing/2014/main" id="{8A775E43-5A3C-A817-DDE1-58A977BFA0A4}"/>
              </a:ext>
            </a:extLst>
          </p:cNvPr>
          <p:cNvSpPr/>
          <p:nvPr/>
        </p:nvSpPr>
        <p:spPr>
          <a:xfrm>
            <a:off x="1500000" y="5460000"/>
            <a:ext cx="1600000" cy="436168"/>
          </a:xfrm>
          <a:prstGeom prst="roundRect">
            <a:avLst/>
          </a:prstGeom>
          <a:solidFill>
            <a:srgbClr val="00AE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D5E1F0"/>
                </a:solidFill>
                <a:effectLst/>
                <a:latin typeface="Arial" panose="020B0604020202020204" pitchFamily="34" charset="0"/>
              </a:rPr>
              <a:t>BEST MOVE</a:t>
            </a:r>
          </a:p>
        </p:txBody>
      </p:sp>
      <p:sp>
        <p:nvSpPr>
          <p:cNvPr id="7914" name="Rectangle 7913">
            <a:extLst>
              <a:ext uri="{FF2B5EF4-FFF2-40B4-BE49-F238E27FC236}">
                <a16:creationId xmlns:a16="http://schemas.microsoft.com/office/drawing/2014/main" id="{BFD4E14E-F5B2-18A2-7972-641F80B54719}"/>
              </a:ext>
            </a:extLst>
          </p:cNvPr>
          <p:cNvSpPr/>
          <p:nvPr/>
        </p:nvSpPr>
        <p:spPr>
          <a:xfrm>
            <a:off x="4450000" y="507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Machine speed with a safety rail: let it isolate and block, but never delete, drop or touch OT.</a:t>
            </a:r>
          </a:p>
        </p:txBody>
      </p:sp>
      <p:sp>
        <p:nvSpPr>
          <p:cNvPr id="8016" name="Rectangle 8015">
            <a:extLst>
              <a:ext uri="{FF2B5EF4-FFF2-40B4-BE49-F238E27FC236}">
                <a16:creationId xmlns:a16="http://schemas.microsoft.com/office/drawing/2014/main" id="{D0614063-F871-2C07-D0FA-F359E478ADAA}"/>
              </a:ext>
            </a:extLst>
          </p:cNvPr>
          <p:cNvSpPr/>
          <p:nvPr/>
        </p:nvSpPr>
        <p:spPr>
          <a:xfrm>
            <a:off x="8050000" y="507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Only works if you defined its rules of engagement in peacetime — not at 8:40pm.</a:t>
            </a:r>
          </a:p>
        </p:txBody>
      </p:sp>
      <p:sp>
        <p:nvSpPr>
          <p:cNvPr id="90002" name="BestHighlight"/>
          <p:cNvSpPr/>
          <p:nvPr/>
        </p:nvSpPr>
        <p:spPr>
          <a:xfrm>
            <a:off x="609600" y="4970000"/>
            <a:ext cx="10972800" cy="1000000"/>
          </a:xfrm>
          <a:prstGeom prst="rect">
            <a:avLst/>
          </a:prstGeom>
          <a:noFill/>
          <a:ln w="28575">
            <a:solidFill>
              <a:srgbClr val="00AEFF"/>
            </a:solidFill>
          </a:ln>
        </p:spPr>
        <p:txBody>
          <a:bodyPr rtlCol="0"/>
          <a:lstStyle/>
          <a:p>
            <a:endParaRPr lang="en-US"/>
          </a:p>
        </p:txBody>
      </p:sp>
    </p:spTree>
    <p:extLst>
      <p:ext uri="{BB962C8B-B14F-4D97-AF65-F5344CB8AC3E}">
        <p14:creationId xmlns:p14="http://schemas.microsoft.com/office/powerpoint/2010/main" val="2897853122"/>
      </p:ext>
    </p:extLst>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6166"/>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24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33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67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76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85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22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32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41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8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91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01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900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66" grpId="0"/>
      <p:bldP spid="6249" grpId="0"/>
      <p:bldP spid="6333" grpId="0"/>
      <p:bldP spid="6679" grpId="0"/>
      <p:bldP spid="6768" grpId="0"/>
      <p:bldP spid="6858" grpId="0"/>
      <p:bldP spid="7228" grpId="0"/>
      <p:bldP spid="7323" grpId="0"/>
      <p:bldP spid="7419" grpId="0"/>
      <p:bldP spid="7813" grpId="0"/>
      <p:bldP spid="7914" grpId="0"/>
      <p:bldP spid="8016" grpId="0"/>
      <p:bldP spid="90002"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25"/>
        </a:solidFill>
        <a:effectLst/>
      </p:bgPr>
    </p:bg>
    <p:spTree>
      <p:nvGrpSpPr>
        <p:cNvPr id="1" name=""/>
        <p:cNvGrpSpPr/>
        <p:nvPr/>
      </p:nvGrpSpPr>
      <p:grpSpPr>
        <a:xfrm>
          <a:off x="0" y="0"/>
          <a:ext cx="0" cy="0"/>
          <a:chOff x="0" y="0"/>
          <a:chExt cx="0" cy="0"/>
        </a:xfrm>
      </p:grpSpPr>
      <p:sp>
        <p:nvSpPr>
          <p:cNvPr id="8119" name="Rectangle 8118">
            <a:extLst>
              <a:ext uri="{FF2B5EF4-FFF2-40B4-BE49-F238E27FC236}">
                <a16:creationId xmlns:a16="http://schemas.microsoft.com/office/drawing/2014/main" id="{2EEBE575-FF46-5F6C-F7ED-90B733A13952}"/>
              </a:ext>
            </a:extLst>
          </p:cNvPr>
          <p:cNvSpPr/>
          <p:nvPr/>
        </p:nvSpPr>
        <p:spPr>
          <a:xfrm>
            <a:off x="609600" y="236000"/>
            <a:ext cx="10972800" cy="2593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INJECT 3 · SECURITY MANAGER · SATURDAY 02:00</a:t>
            </a:r>
          </a:p>
        </p:txBody>
      </p:sp>
      <p:sp>
        <p:nvSpPr>
          <p:cNvPr id="8223" name="Rectangle 8222">
            <a:extLst>
              <a:ext uri="{FF2B5EF4-FFF2-40B4-BE49-F238E27FC236}">
                <a16:creationId xmlns:a16="http://schemas.microsoft.com/office/drawing/2014/main" id="{ACC1083B-548B-8FB0-9CA2-29246A6E2483}"/>
              </a:ext>
            </a:extLst>
          </p:cNvPr>
          <p:cNvSpPr/>
          <p:nvPr/>
        </p:nvSpPr>
        <p:spPr>
          <a:xfrm>
            <a:off x="609600" y="495300"/>
            <a:ext cx="10972800"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Arial" panose="020B0604020202020204" pitchFamily="34" charset="0"/>
              </a:rPr>
              <a:t>Containment could cause the harm</a:t>
            </a:r>
          </a:p>
        </p:txBody>
      </p:sp>
      <p:sp>
        <p:nvSpPr>
          <p:cNvPr id="8328" name="Rectangle 8327">
            <a:extLst>
              <a:ext uri="{FF2B5EF4-FFF2-40B4-BE49-F238E27FC236}">
                <a16:creationId xmlns:a16="http://schemas.microsoft.com/office/drawing/2014/main" id="{BA28F604-4751-CE59-6ED8-FD651A5B9FF6}"/>
              </a:ext>
            </a:extLst>
          </p:cNvPr>
          <p:cNvSpPr/>
          <p:nvPr/>
        </p:nvSpPr>
        <p:spPr>
          <a:xfrm>
            <a:off x="609600" y="1104900"/>
            <a:ext cx="10972800" cy="9525"/>
          </a:xfrm>
          <a:prstGeom prst="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34" name="Rectangle 8433">
            <a:extLst>
              <a:ext uri="{FF2B5EF4-FFF2-40B4-BE49-F238E27FC236}">
                <a16:creationId xmlns:a16="http://schemas.microsoft.com/office/drawing/2014/main" id="{353A1239-9950-FB73-8492-848320B07D77}"/>
              </a:ext>
            </a:extLst>
          </p:cNvPr>
          <p:cNvSpPr/>
          <p:nvPr/>
        </p:nvSpPr>
        <p:spPr>
          <a:xfrm>
            <a:off x="11100000" y="6400000"/>
            <a:ext cx="500000" cy="2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9FB3CC"/>
                </a:solidFill>
                <a:effectLst/>
                <a:latin typeface="Arial" panose="020B0604020202020204" pitchFamily="34" charset="0"/>
              </a:rPr>
              <a:t>16</a:t>
            </a:r>
          </a:p>
        </p:txBody>
      </p:sp>
      <p:sp>
        <p:nvSpPr>
          <p:cNvPr id="8541" name="Rectangle 8540">
            <a:extLst>
              <a:ext uri="{FF2B5EF4-FFF2-40B4-BE49-F238E27FC236}">
                <a16:creationId xmlns:a16="http://schemas.microsoft.com/office/drawing/2014/main" id="{91873575-F8B0-32ED-6A55-F11E8F43C8C1}"/>
              </a:ext>
            </a:extLst>
          </p:cNvPr>
          <p:cNvSpPr/>
          <p:nvPr/>
        </p:nvSpPr>
        <p:spPr>
          <a:xfrm>
            <a:off x="609600" y="1400000"/>
            <a:ext cx="5334000" cy="475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49" name="Rectangle 8648">
            <a:extLst>
              <a:ext uri="{FF2B5EF4-FFF2-40B4-BE49-F238E27FC236}">
                <a16:creationId xmlns:a16="http://schemas.microsoft.com/office/drawing/2014/main" id="{A8364BE4-B9D9-B7A9-02FB-1F419B4B53F4}"/>
              </a:ext>
            </a:extLst>
          </p:cNvPr>
          <p:cNvSpPr/>
          <p:nvPr/>
        </p:nvSpPr>
        <p:spPr>
          <a:xfrm>
            <a:off x="838200" y="1540000"/>
            <a:ext cx="3000000" cy="3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SITUATION</a:t>
            </a:r>
          </a:p>
          <a:p>
            <a:pPr algn="l">
              <a:buNone/>
            </a:pPr>
            <a:r>
              <a:rPr lang="en-US" sz="100">
                <a:effectLst/>
              </a:rPr>
              <a:t> </a:t>
            </a:r>
            <a:endParaRPr lang="en-US"/>
          </a:p>
        </p:txBody>
      </p:sp>
      <p:sp>
        <p:nvSpPr>
          <p:cNvPr id="8758" name="Rectangle 8757">
            <a:extLst>
              <a:ext uri="{FF2B5EF4-FFF2-40B4-BE49-F238E27FC236}">
                <a16:creationId xmlns:a16="http://schemas.microsoft.com/office/drawing/2014/main" id="{DA2BDFC7-03CF-4279-C5F9-8B4B17E1BD3F}"/>
              </a:ext>
            </a:extLst>
          </p:cNvPr>
          <p:cNvSpPr/>
          <p:nvPr/>
        </p:nvSpPr>
        <p:spPr>
          <a:xfrm>
            <a:off x="838200" y="1880000"/>
            <a:ext cx="4876800" cy="3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l">
              <a:buNone/>
            </a:pPr>
            <a:r>
              <a:rPr lang="en-US" sz="1600">
                <a:solidFill>
                  <a:srgbClr val="D5E1F0"/>
                </a:solidFill>
                <a:effectLst/>
                <a:latin typeface="Arial"/>
              </a:rPr>
              <a:t>The attacker has reached the SCADA/IIoT gateway bridging to water and grid control — the real Dragos pattern.</a:t>
            </a:r>
          </a:p>
          <a:p>
            <a:pPr algn="l">
              <a:buNone/>
            </a:pPr>
            <a:endParaRPr lang="en-US" sz="1000"/>
          </a:p>
          <a:p>
            <a:pPr algn="l">
              <a:buNone/>
            </a:pPr>
            <a:r>
              <a:rPr lang="en-US" sz="1600">
                <a:solidFill>
                  <a:srgbClr val="D5E1F0"/>
                </a:solidFill>
                <a:effectLst/>
                <a:latin typeface="Arial"/>
              </a:rPr>
              <a:t>Your playbook says isolate. But on live OT, isolating could trip safety-critical control and harm the public.</a:t>
            </a:r>
          </a:p>
          <a:p>
            <a:pPr algn="l">
              <a:buNone/>
            </a:pPr>
            <a:endParaRPr lang="en-US" sz="1000"/>
          </a:p>
          <a:p>
            <a:pPr algn="l">
              <a:buNone/>
            </a:pPr>
            <a:r>
              <a:rPr lang="en-US" sz="1600">
                <a:solidFill>
                  <a:srgbClr val="D5E1F0"/>
                </a:solidFill>
                <a:effectLst/>
                <a:latin typeface="Arial"/>
              </a:rPr>
              <a:t>Leave it connected and the attacker may reach the controls. IT and OT engineers are at odds.</a:t>
            </a:r>
          </a:p>
          <a:p>
            <a:pPr algn="l">
              <a:buNone/>
            </a:pPr>
            <a:endParaRPr lang="en-US" sz="1000"/>
          </a:p>
          <a:p>
            <a:pPr algn="l">
              <a:buNone/>
            </a:pPr>
            <a:r>
              <a:rPr lang="en-US" sz="1600">
                <a:solidFill>
                  <a:srgbClr val="D5E1F0"/>
                </a:solidFill>
                <a:effectLst/>
                <a:latin typeface="Arial"/>
              </a:rPr>
              <a:t>A video call from your 'incident commander' is giving OT orders — but something is off.</a:t>
            </a:r>
          </a:p>
        </p:txBody>
      </p:sp>
      <p:sp>
        <p:nvSpPr>
          <p:cNvPr id="8868" name="Rectangle 8867">
            <a:extLst>
              <a:ext uri="{FF2B5EF4-FFF2-40B4-BE49-F238E27FC236}">
                <a16:creationId xmlns:a16="http://schemas.microsoft.com/office/drawing/2014/main" id="{DC4B323D-BB05-9D9F-D234-6E7E7B2083A6}"/>
              </a:ext>
            </a:extLst>
          </p:cNvPr>
          <p:cNvSpPr/>
          <p:nvPr/>
        </p:nvSpPr>
        <p:spPr>
          <a:xfrm>
            <a:off x="838200" y="5380000"/>
            <a:ext cx="4876800"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a:solidFill>
                  <a:srgbClr val="78DCFF"/>
                </a:solidFill>
                <a:effectLst/>
                <a:latin typeface="Arial" panose="020B0604020202020204" pitchFamily="34" charset="0"/>
              </a:rPr>
              <a:t>What is your priority?</a:t>
            </a:r>
          </a:p>
          <a:p>
            <a:pPr algn="l">
              <a:buNone/>
            </a:pPr>
            <a:r>
              <a:rPr lang="en-US" sz="100">
                <a:effectLst/>
              </a:rPr>
              <a:t> </a:t>
            </a:r>
            <a:endParaRPr lang="en-US"/>
          </a:p>
        </p:txBody>
      </p:sp>
      <p:sp>
        <p:nvSpPr>
          <p:cNvPr id="8979" name="Rectangle 8978">
            <a:extLst>
              <a:ext uri="{FF2B5EF4-FFF2-40B4-BE49-F238E27FC236}">
                <a16:creationId xmlns:a16="http://schemas.microsoft.com/office/drawing/2014/main" id="{4A87CD58-DDF4-2919-78F1-3B026B0274BF}"/>
              </a:ext>
            </a:extLst>
          </p:cNvPr>
          <p:cNvSpPr/>
          <p:nvPr/>
        </p:nvSpPr>
        <p:spPr>
          <a:xfrm>
            <a:off x="6200000" y="1400000"/>
            <a:ext cx="5382400" cy="106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91" name="Oval 9090">
            <a:extLst>
              <a:ext uri="{FF2B5EF4-FFF2-40B4-BE49-F238E27FC236}">
                <a16:creationId xmlns:a16="http://schemas.microsoft.com/office/drawing/2014/main" id="{55D704AF-A41B-7E0B-5B83-CE4CC97B67F3}"/>
              </a:ext>
            </a:extLst>
          </p:cNvPr>
          <p:cNvSpPr/>
          <p:nvPr/>
        </p:nvSpPr>
        <p:spPr>
          <a:xfrm>
            <a:off x="6380000" y="1609960"/>
            <a:ext cx="640080" cy="640080"/>
          </a:xfrm>
          <a:prstGeom prst="ellipse">
            <a:avLst/>
          </a:prstGeom>
          <a:solidFill>
            <a:srgbClr val="000025"/>
          </a:solidFill>
          <a:ln w="254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A</a:t>
            </a:r>
          </a:p>
          <a:p>
            <a:pPr algn="ctr">
              <a:buNone/>
            </a:pPr>
            <a:r>
              <a:rPr lang="en-US" sz="100">
                <a:effectLst/>
              </a:rPr>
              <a:t> </a:t>
            </a:r>
            <a:endParaRPr lang="en-US"/>
          </a:p>
        </p:txBody>
      </p:sp>
      <p:sp>
        <p:nvSpPr>
          <p:cNvPr id="9204" name="Rectangle 9203">
            <a:extLst>
              <a:ext uri="{FF2B5EF4-FFF2-40B4-BE49-F238E27FC236}">
                <a16:creationId xmlns:a16="http://schemas.microsoft.com/office/drawing/2014/main" id="{DDCABA62-D714-9A22-A5BA-255B23BF0FED}"/>
              </a:ext>
            </a:extLst>
          </p:cNvPr>
          <p:cNvSpPr/>
          <p:nvPr/>
        </p:nvSpPr>
        <p:spPr>
          <a:xfrm>
            <a:off x="7200000" y="1480000"/>
            <a:ext cx="425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Isolate the OT segment now — stop the attacker</a:t>
            </a:r>
          </a:p>
        </p:txBody>
      </p:sp>
      <p:sp>
        <p:nvSpPr>
          <p:cNvPr id="9318" name="Rectangle 9317">
            <a:extLst>
              <a:ext uri="{FF2B5EF4-FFF2-40B4-BE49-F238E27FC236}">
                <a16:creationId xmlns:a16="http://schemas.microsoft.com/office/drawing/2014/main" id="{1EB5E92E-0438-DC73-4450-9610406610E5}"/>
              </a:ext>
            </a:extLst>
          </p:cNvPr>
          <p:cNvSpPr/>
          <p:nvPr/>
        </p:nvSpPr>
        <p:spPr>
          <a:xfrm>
            <a:off x="6200000" y="2630000"/>
            <a:ext cx="5382400" cy="106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33" name="Oval 9432">
            <a:extLst>
              <a:ext uri="{FF2B5EF4-FFF2-40B4-BE49-F238E27FC236}">
                <a16:creationId xmlns:a16="http://schemas.microsoft.com/office/drawing/2014/main" id="{5240B325-6D8B-A9A1-F4CC-252EBCE2B79C}"/>
              </a:ext>
            </a:extLst>
          </p:cNvPr>
          <p:cNvSpPr/>
          <p:nvPr/>
        </p:nvSpPr>
        <p:spPr>
          <a:xfrm>
            <a:off x="6380000" y="2839960"/>
            <a:ext cx="640080" cy="640080"/>
          </a:xfrm>
          <a:prstGeom prst="ellipse">
            <a:avLst/>
          </a:prstGeom>
          <a:solidFill>
            <a:srgbClr val="000025"/>
          </a:solidFill>
          <a:ln w="254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B</a:t>
            </a:r>
          </a:p>
          <a:p>
            <a:pPr algn="ctr">
              <a:buNone/>
            </a:pPr>
            <a:r>
              <a:rPr lang="en-US" sz="100">
                <a:effectLst/>
              </a:rPr>
              <a:t> </a:t>
            </a:r>
            <a:endParaRPr lang="en-US"/>
          </a:p>
        </p:txBody>
      </p:sp>
      <p:sp>
        <p:nvSpPr>
          <p:cNvPr id="9549" name="Rectangle 9548">
            <a:extLst>
              <a:ext uri="{FF2B5EF4-FFF2-40B4-BE49-F238E27FC236}">
                <a16:creationId xmlns:a16="http://schemas.microsoft.com/office/drawing/2014/main" id="{271382E7-450E-AD55-643E-39DE8C2D26E0}"/>
              </a:ext>
            </a:extLst>
          </p:cNvPr>
          <p:cNvSpPr/>
          <p:nvPr/>
        </p:nvSpPr>
        <p:spPr>
          <a:xfrm>
            <a:off x="7200000" y="2710000"/>
            <a:ext cx="425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Fail OT to a safe manual state first, then isolate</a:t>
            </a:r>
          </a:p>
        </p:txBody>
      </p:sp>
      <p:sp>
        <p:nvSpPr>
          <p:cNvPr id="9666" name="Rectangle 9665">
            <a:extLst>
              <a:ext uri="{FF2B5EF4-FFF2-40B4-BE49-F238E27FC236}">
                <a16:creationId xmlns:a16="http://schemas.microsoft.com/office/drawing/2014/main" id="{D2807A28-5B34-18B8-29FB-A4115ADA70E8}"/>
              </a:ext>
            </a:extLst>
          </p:cNvPr>
          <p:cNvSpPr/>
          <p:nvPr/>
        </p:nvSpPr>
        <p:spPr>
          <a:xfrm>
            <a:off x="6200000" y="3860000"/>
            <a:ext cx="5382400" cy="106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84" name="Oval 9783">
            <a:extLst>
              <a:ext uri="{FF2B5EF4-FFF2-40B4-BE49-F238E27FC236}">
                <a16:creationId xmlns:a16="http://schemas.microsoft.com/office/drawing/2014/main" id="{5167837F-12A8-660A-F433-D37F5076DAB0}"/>
              </a:ext>
            </a:extLst>
          </p:cNvPr>
          <p:cNvSpPr/>
          <p:nvPr/>
        </p:nvSpPr>
        <p:spPr>
          <a:xfrm>
            <a:off x="6380000" y="4069960"/>
            <a:ext cx="640080" cy="640080"/>
          </a:xfrm>
          <a:prstGeom prst="ellipse">
            <a:avLst/>
          </a:prstGeom>
          <a:solidFill>
            <a:srgbClr val="000025"/>
          </a:solidFill>
          <a:ln w="254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C</a:t>
            </a:r>
          </a:p>
          <a:p>
            <a:pPr algn="ctr">
              <a:buNone/>
            </a:pPr>
            <a:r>
              <a:rPr lang="en-US" sz="100">
                <a:effectLst/>
              </a:rPr>
              <a:t> </a:t>
            </a:r>
            <a:endParaRPr lang="en-US"/>
          </a:p>
        </p:txBody>
      </p:sp>
      <p:sp>
        <p:nvSpPr>
          <p:cNvPr id="9903" name="Rectangle 9902">
            <a:extLst>
              <a:ext uri="{FF2B5EF4-FFF2-40B4-BE49-F238E27FC236}">
                <a16:creationId xmlns:a16="http://schemas.microsoft.com/office/drawing/2014/main" id="{3DFD5EF5-930C-E20D-CFCB-B2A2365D1390}"/>
              </a:ext>
            </a:extLst>
          </p:cNvPr>
          <p:cNvSpPr/>
          <p:nvPr/>
        </p:nvSpPr>
        <p:spPr>
          <a:xfrm>
            <a:off x="7200000" y="3940000"/>
            <a:ext cx="425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Keep OT running; wall it off at the IT boundary</a:t>
            </a:r>
          </a:p>
        </p:txBody>
      </p:sp>
      <p:sp>
        <p:nvSpPr>
          <p:cNvPr id="10023" name="Rectangle 10022">
            <a:extLst>
              <a:ext uri="{FF2B5EF4-FFF2-40B4-BE49-F238E27FC236}">
                <a16:creationId xmlns:a16="http://schemas.microsoft.com/office/drawing/2014/main" id="{BBECB8A1-7C11-2B7D-6486-79E8713D980F}"/>
              </a:ext>
            </a:extLst>
          </p:cNvPr>
          <p:cNvSpPr/>
          <p:nvPr/>
        </p:nvSpPr>
        <p:spPr>
          <a:xfrm>
            <a:off x="6200000" y="5090000"/>
            <a:ext cx="5382400" cy="106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44" name="Oval 10143">
            <a:extLst>
              <a:ext uri="{FF2B5EF4-FFF2-40B4-BE49-F238E27FC236}">
                <a16:creationId xmlns:a16="http://schemas.microsoft.com/office/drawing/2014/main" id="{95FCBAAD-1012-5A12-D6FA-ADEF8A914FCD}"/>
              </a:ext>
            </a:extLst>
          </p:cNvPr>
          <p:cNvSpPr/>
          <p:nvPr/>
        </p:nvSpPr>
        <p:spPr>
          <a:xfrm>
            <a:off x="6380000" y="5299960"/>
            <a:ext cx="640080" cy="640080"/>
          </a:xfrm>
          <a:prstGeom prst="ellipse">
            <a:avLst/>
          </a:prstGeom>
          <a:solidFill>
            <a:srgbClr val="000025"/>
          </a:solidFill>
          <a:ln w="254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D</a:t>
            </a:r>
          </a:p>
          <a:p>
            <a:pPr algn="ctr">
              <a:buNone/>
            </a:pPr>
            <a:r>
              <a:rPr lang="en-US" sz="100">
                <a:effectLst/>
              </a:rPr>
              <a:t> </a:t>
            </a:r>
            <a:endParaRPr lang="en-US"/>
          </a:p>
        </p:txBody>
      </p:sp>
      <p:sp>
        <p:nvSpPr>
          <p:cNvPr id="10266" name="Rectangle 10265">
            <a:extLst>
              <a:ext uri="{FF2B5EF4-FFF2-40B4-BE49-F238E27FC236}">
                <a16:creationId xmlns:a16="http://schemas.microsoft.com/office/drawing/2014/main" id="{85C2BB72-2EDE-C03A-D069-5E6AF3275EBD}"/>
              </a:ext>
            </a:extLst>
          </p:cNvPr>
          <p:cNvSpPr/>
          <p:nvPr/>
        </p:nvSpPr>
        <p:spPr>
          <a:xfrm>
            <a:off x="7200000" y="5170000"/>
            <a:ext cx="425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Freeze OT actions until the 'commander' is re-verified</a:t>
            </a:r>
          </a:p>
        </p:txBody>
      </p:sp>
    </p:spTree>
    <p:extLst>
      <p:ext uri="{BB962C8B-B14F-4D97-AF65-F5344CB8AC3E}">
        <p14:creationId xmlns:p14="http://schemas.microsoft.com/office/powerpoint/2010/main" val="24850441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25"/>
        </a:solidFill>
        <a:effectLst/>
      </p:bgPr>
    </p:bg>
    <p:spTree>
      <p:nvGrpSpPr>
        <p:cNvPr id="1" name=""/>
        <p:cNvGrpSpPr/>
        <p:nvPr/>
      </p:nvGrpSpPr>
      <p:grpSpPr>
        <a:xfrm>
          <a:off x="0" y="0"/>
          <a:ext cx="0" cy="0"/>
          <a:chOff x="0" y="0"/>
          <a:chExt cx="0" cy="0"/>
        </a:xfrm>
      </p:grpSpPr>
      <p:sp>
        <p:nvSpPr>
          <p:cNvPr id="10389" name="Rectangle 10388">
            <a:extLst>
              <a:ext uri="{FF2B5EF4-FFF2-40B4-BE49-F238E27FC236}">
                <a16:creationId xmlns:a16="http://schemas.microsoft.com/office/drawing/2014/main" id="{A2B2451B-9A4A-C585-C382-E3B6537E717F}"/>
              </a:ext>
            </a:extLst>
          </p:cNvPr>
          <p:cNvSpPr/>
          <p:nvPr/>
        </p:nvSpPr>
        <p:spPr>
          <a:xfrm>
            <a:off x="609600" y="236000"/>
            <a:ext cx="10972800" cy="2593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INJECT 3 · OPTION CONSIDERATIONS</a:t>
            </a:r>
          </a:p>
          <a:p>
            <a:pPr algn="l">
              <a:buNone/>
            </a:pPr>
            <a:r>
              <a:rPr lang="en-US" sz="100">
                <a:effectLst/>
              </a:rPr>
              <a:t> </a:t>
            </a:r>
            <a:endParaRPr lang="en-US"/>
          </a:p>
        </p:txBody>
      </p:sp>
      <p:sp>
        <p:nvSpPr>
          <p:cNvPr id="10513" name="Rectangle 10512">
            <a:extLst>
              <a:ext uri="{FF2B5EF4-FFF2-40B4-BE49-F238E27FC236}">
                <a16:creationId xmlns:a16="http://schemas.microsoft.com/office/drawing/2014/main" id="{923E03DF-B82B-AB23-7623-340DED44BFE1}"/>
              </a:ext>
            </a:extLst>
          </p:cNvPr>
          <p:cNvSpPr/>
          <p:nvPr/>
        </p:nvSpPr>
        <p:spPr>
          <a:xfrm>
            <a:off x="609600" y="495300"/>
            <a:ext cx="10972800"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Arial" panose="020B0604020202020204" pitchFamily="34" charset="0"/>
              </a:rPr>
              <a:t>Option considerations</a:t>
            </a:r>
          </a:p>
          <a:p>
            <a:pPr algn="l">
              <a:buNone/>
            </a:pPr>
            <a:r>
              <a:rPr lang="en-US" sz="100">
                <a:effectLst/>
              </a:rPr>
              <a:t> </a:t>
            </a:r>
            <a:endParaRPr lang="en-US"/>
          </a:p>
        </p:txBody>
      </p:sp>
      <p:sp>
        <p:nvSpPr>
          <p:cNvPr id="10638" name="Rectangle 10637">
            <a:extLst>
              <a:ext uri="{FF2B5EF4-FFF2-40B4-BE49-F238E27FC236}">
                <a16:creationId xmlns:a16="http://schemas.microsoft.com/office/drawing/2014/main" id="{8894BAB2-49D7-35F8-35B6-F97DD3C89CAE}"/>
              </a:ext>
            </a:extLst>
          </p:cNvPr>
          <p:cNvSpPr/>
          <p:nvPr/>
        </p:nvSpPr>
        <p:spPr>
          <a:xfrm>
            <a:off x="609600" y="1104900"/>
            <a:ext cx="10972800" cy="9525"/>
          </a:xfrm>
          <a:prstGeom prst="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64" name="Rectangle 10763">
            <a:extLst>
              <a:ext uri="{FF2B5EF4-FFF2-40B4-BE49-F238E27FC236}">
                <a16:creationId xmlns:a16="http://schemas.microsoft.com/office/drawing/2014/main" id="{0ECF7081-2ED4-17AC-034C-B5CB35127232}"/>
              </a:ext>
            </a:extLst>
          </p:cNvPr>
          <p:cNvSpPr/>
          <p:nvPr/>
        </p:nvSpPr>
        <p:spPr>
          <a:xfrm>
            <a:off x="11100000" y="6400000"/>
            <a:ext cx="500000" cy="2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9FB3CC"/>
                </a:solidFill>
                <a:effectLst/>
                <a:latin typeface="Arial" panose="020B0604020202020204" pitchFamily="34" charset="0"/>
              </a:rPr>
              <a:t>17</a:t>
            </a:r>
          </a:p>
        </p:txBody>
      </p:sp>
      <p:sp>
        <p:nvSpPr>
          <p:cNvPr id="10891" name="Rectangle 10890">
            <a:extLst>
              <a:ext uri="{FF2B5EF4-FFF2-40B4-BE49-F238E27FC236}">
                <a16:creationId xmlns:a16="http://schemas.microsoft.com/office/drawing/2014/main" id="{8B71B35F-E399-440B-446B-A119D4126E9E}"/>
              </a:ext>
            </a:extLst>
          </p:cNvPr>
          <p:cNvSpPr/>
          <p:nvPr/>
        </p:nvSpPr>
        <p:spPr>
          <a:xfrm>
            <a:off x="609600" y="1250000"/>
            <a:ext cx="3000000" cy="39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OPTION</a:t>
            </a:r>
          </a:p>
          <a:p>
            <a:pPr algn="l">
              <a:buNone/>
            </a:pPr>
            <a:r>
              <a:rPr lang="en-US" sz="100">
                <a:effectLst/>
              </a:rPr>
              <a:t> </a:t>
            </a:r>
            <a:endParaRPr lang="en-US"/>
          </a:p>
        </p:txBody>
      </p:sp>
      <p:sp>
        <p:nvSpPr>
          <p:cNvPr id="11019" name="Rectangle 11018">
            <a:extLst>
              <a:ext uri="{FF2B5EF4-FFF2-40B4-BE49-F238E27FC236}">
                <a16:creationId xmlns:a16="http://schemas.microsoft.com/office/drawing/2014/main" id="{7927B346-874D-252F-CC05-733383CEB7F9}"/>
              </a:ext>
            </a:extLst>
          </p:cNvPr>
          <p:cNvSpPr/>
          <p:nvPr/>
        </p:nvSpPr>
        <p:spPr>
          <a:xfrm>
            <a:off x="4450000" y="1250000"/>
            <a:ext cx="3450000" cy="39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  WHY IT HELPS</a:t>
            </a:r>
          </a:p>
          <a:p>
            <a:pPr algn="l">
              <a:buNone/>
            </a:pPr>
            <a:r>
              <a:rPr lang="en-US" sz="100">
                <a:effectLst/>
              </a:rPr>
              <a:t> </a:t>
            </a:r>
            <a:endParaRPr lang="en-US"/>
          </a:p>
        </p:txBody>
      </p:sp>
      <p:sp>
        <p:nvSpPr>
          <p:cNvPr id="11148" name="Rectangle 11147">
            <a:extLst>
              <a:ext uri="{FF2B5EF4-FFF2-40B4-BE49-F238E27FC236}">
                <a16:creationId xmlns:a16="http://schemas.microsoft.com/office/drawing/2014/main" id="{2183E009-EDB8-788D-70B0-D211A5CAD606}"/>
              </a:ext>
            </a:extLst>
          </p:cNvPr>
          <p:cNvSpPr/>
          <p:nvPr/>
        </p:nvSpPr>
        <p:spPr>
          <a:xfrm>
            <a:off x="8050000" y="1250000"/>
            <a:ext cx="3450000" cy="39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  WATCH OUT</a:t>
            </a:r>
          </a:p>
          <a:p>
            <a:pPr algn="l">
              <a:buNone/>
            </a:pPr>
            <a:r>
              <a:rPr lang="en-US" sz="100">
                <a:effectLst/>
              </a:rPr>
              <a:t> </a:t>
            </a:r>
            <a:endParaRPr lang="en-US"/>
          </a:p>
        </p:txBody>
      </p:sp>
      <p:sp>
        <p:nvSpPr>
          <p:cNvPr id="11278" name="Rectangle 11277">
            <a:extLst>
              <a:ext uri="{FF2B5EF4-FFF2-40B4-BE49-F238E27FC236}">
                <a16:creationId xmlns:a16="http://schemas.microsoft.com/office/drawing/2014/main" id="{9E3DD4CB-EE5B-53C3-AC4A-ED9B0E156241}"/>
              </a:ext>
            </a:extLst>
          </p:cNvPr>
          <p:cNvSpPr/>
          <p:nvPr/>
        </p:nvSpPr>
        <p:spPr>
          <a:xfrm>
            <a:off x="609600" y="1640000"/>
            <a:ext cx="10972800" cy="10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09" name="Oval 11408">
            <a:extLst>
              <a:ext uri="{FF2B5EF4-FFF2-40B4-BE49-F238E27FC236}">
                <a16:creationId xmlns:a16="http://schemas.microsoft.com/office/drawing/2014/main" id="{3CCF54AB-26E0-DC23-30A6-913F7ACEDAE5}"/>
              </a:ext>
            </a:extLst>
          </p:cNvPr>
          <p:cNvSpPr/>
          <p:nvPr/>
        </p:nvSpPr>
        <p:spPr>
          <a:xfrm>
            <a:off x="790000" y="1865680"/>
            <a:ext cx="548640" cy="548640"/>
          </a:xfrm>
          <a:prstGeom prst="ellipse">
            <a:avLst/>
          </a:prstGeom>
          <a:solidFill>
            <a:srgbClr val="000025"/>
          </a:solidFill>
          <a:ln w="1905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78DCFF"/>
                </a:solidFill>
                <a:effectLst/>
                <a:latin typeface="Arial" panose="020B0604020202020204" pitchFamily="34" charset="0"/>
              </a:rPr>
              <a:t>A</a:t>
            </a:r>
          </a:p>
          <a:p>
            <a:pPr algn="ctr">
              <a:buNone/>
            </a:pPr>
            <a:r>
              <a:rPr lang="en-US" sz="100">
                <a:effectLst/>
              </a:rPr>
              <a:t> </a:t>
            </a:r>
            <a:endParaRPr lang="en-US"/>
          </a:p>
        </p:txBody>
      </p:sp>
      <p:sp>
        <p:nvSpPr>
          <p:cNvPr id="11541" name="Rectangle 11540">
            <a:extLst>
              <a:ext uri="{FF2B5EF4-FFF2-40B4-BE49-F238E27FC236}">
                <a16:creationId xmlns:a16="http://schemas.microsoft.com/office/drawing/2014/main" id="{106B50CC-60B9-AEEF-E64E-72A09E894809}"/>
              </a:ext>
            </a:extLst>
          </p:cNvPr>
          <p:cNvSpPr/>
          <p:nvPr/>
        </p:nvSpPr>
        <p:spPr>
          <a:xfrm>
            <a:off x="1500000" y="1730000"/>
            <a:ext cx="285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Isolate OT blindly</a:t>
            </a:r>
          </a:p>
        </p:txBody>
      </p:sp>
      <p:sp>
        <p:nvSpPr>
          <p:cNvPr id="11674" name="Rectangle: Rounded Corners 11673">
            <a:extLst>
              <a:ext uri="{FF2B5EF4-FFF2-40B4-BE49-F238E27FC236}">
                <a16:creationId xmlns:a16="http://schemas.microsoft.com/office/drawing/2014/main" id="{721525D8-D64B-2DE9-1CE8-597505AEC6D9}"/>
              </a:ext>
            </a:extLst>
          </p:cNvPr>
          <p:cNvSpPr/>
          <p:nvPr/>
        </p:nvSpPr>
        <p:spPr>
          <a:xfrm>
            <a:off x="1500000" y="2130000"/>
            <a:ext cx="1600000" cy="436168"/>
          </a:xfrm>
          <a:prstGeom prst="round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D5E1F0"/>
                </a:solidFill>
                <a:effectLst/>
                <a:latin typeface="Arial" panose="020B0604020202020204" pitchFamily="34" charset="0"/>
              </a:rPr>
              <a:t>AVOID</a:t>
            </a:r>
          </a:p>
          <a:p>
            <a:pPr algn="ctr">
              <a:buNone/>
            </a:pPr>
            <a:r>
              <a:rPr lang="en-US" sz="100">
                <a:effectLst/>
              </a:rPr>
              <a:t> </a:t>
            </a:r>
            <a:endParaRPr lang="en-US"/>
          </a:p>
        </p:txBody>
      </p:sp>
      <p:sp>
        <p:nvSpPr>
          <p:cNvPr id="11808" name="Rectangle 11807">
            <a:extLst>
              <a:ext uri="{FF2B5EF4-FFF2-40B4-BE49-F238E27FC236}">
                <a16:creationId xmlns:a16="http://schemas.microsoft.com/office/drawing/2014/main" id="{BC2AB075-66A1-D899-61B4-83EA225EE9DF}"/>
              </a:ext>
            </a:extLst>
          </p:cNvPr>
          <p:cNvSpPr/>
          <p:nvPr/>
        </p:nvSpPr>
        <p:spPr>
          <a:xfrm>
            <a:off x="4450000" y="174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It stops the attacker reaching the controls — the instinct from IT incident response.</a:t>
            </a:r>
          </a:p>
        </p:txBody>
      </p:sp>
      <p:sp>
        <p:nvSpPr>
          <p:cNvPr id="11943" name="Rectangle 11942">
            <a:extLst>
              <a:ext uri="{FF2B5EF4-FFF2-40B4-BE49-F238E27FC236}">
                <a16:creationId xmlns:a16="http://schemas.microsoft.com/office/drawing/2014/main" id="{3590E221-A6BA-A571-7647-B9FF02D68BCF}"/>
              </a:ext>
            </a:extLst>
          </p:cNvPr>
          <p:cNvSpPr/>
          <p:nvPr/>
        </p:nvSpPr>
        <p:spPr>
          <a:xfrm>
            <a:off x="8050000" y="174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On live OT, a sudden isolate or reboot can itself trigger the safety event you're trying to prevent.</a:t>
            </a:r>
          </a:p>
        </p:txBody>
      </p:sp>
      <p:sp>
        <p:nvSpPr>
          <p:cNvPr id="12079" name="Rectangle 12078">
            <a:extLst>
              <a:ext uri="{FF2B5EF4-FFF2-40B4-BE49-F238E27FC236}">
                <a16:creationId xmlns:a16="http://schemas.microsoft.com/office/drawing/2014/main" id="{F0A2EBB6-6D49-091F-78DE-268C0ACAC70A}"/>
              </a:ext>
            </a:extLst>
          </p:cNvPr>
          <p:cNvSpPr/>
          <p:nvPr/>
        </p:nvSpPr>
        <p:spPr>
          <a:xfrm>
            <a:off x="609600" y="2750000"/>
            <a:ext cx="10972800" cy="10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16" name="Oval 12215">
            <a:extLst>
              <a:ext uri="{FF2B5EF4-FFF2-40B4-BE49-F238E27FC236}">
                <a16:creationId xmlns:a16="http://schemas.microsoft.com/office/drawing/2014/main" id="{AD00B652-0DE8-32E9-3DDE-32B3F24E647A}"/>
              </a:ext>
            </a:extLst>
          </p:cNvPr>
          <p:cNvSpPr/>
          <p:nvPr/>
        </p:nvSpPr>
        <p:spPr>
          <a:xfrm>
            <a:off x="790000" y="2975680"/>
            <a:ext cx="548640" cy="548640"/>
          </a:xfrm>
          <a:prstGeom prst="ellipse">
            <a:avLst/>
          </a:prstGeom>
          <a:solidFill>
            <a:srgbClr val="000025"/>
          </a:solidFill>
          <a:ln w="1905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78DCFF"/>
                </a:solidFill>
                <a:effectLst/>
                <a:latin typeface="Arial" panose="020B0604020202020204" pitchFamily="34" charset="0"/>
              </a:rPr>
              <a:t>B</a:t>
            </a:r>
          </a:p>
          <a:p>
            <a:pPr algn="ctr">
              <a:buNone/>
            </a:pPr>
            <a:r>
              <a:rPr lang="en-US" sz="100">
                <a:effectLst/>
              </a:rPr>
              <a:t> </a:t>
            </a:r>
            <a:endParaRPr lang="en-US"/>
          </a:p>
        </p:txBody>
      </p:sp>
      <p:sp>
        <p:nvSpPr>
          <p:cNvPr id="12354" name="Rectangle 12353">
            <a:extLst>
              <a:ext uri="{FF2B5EF4-FFF2-40B4-BE49-F238E27FC236}">
                <a16:creationId xmlns:a16="http://schemas.microsoft.com/office/drawing/2014/main" id="{16B9AA06-4767-BDCF-76BE-BA78C16305A1}"/>
              </a:ext>
            </a:extLst>
          </p:cNvPr>
          <p:cNvSpPr/>
          <p:nvPr/>
        </p:nvSpPr>
        <p:spPr>
          <a:xfrm>
            <a:off x="1500000" y="2840000"/>
            <a:ext cx="285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Fail to safe state, then isolate</a:t>
            </a:r>
          </a:p>
        </p:txBody>
      </p:sp>
      <p:sp>
        <p:nvSpPr>
          <p:cNvPr id="12493" name="Rectangle: Rounded Corners 12492">
            <a:extLst>
              <a:ext uri="{FF2B5EF4-FFF2-40B4-BE49-F238E27FC236}">
                <a16:creationId xmlns:a16="http://schemas.microsoft.com/office/drawing/2014/main" id="{68F46568-FF7B-0103-4842-4AE62FF46CB3}"/>
              </a:ext>
            </a:extLst>
          </p:cNvPr>
          <p:cNvSpPr/>
          <p:nvPr/>
        </p:nvSpPr>
        <p:spPr>
          <a:xfrm>
            <a:off x="1500000" y="3240000"/>
            <a:ext cx="1600000" cy="436168"/>
          </a:xfrm>
          <a:prstGeom prst="roundRect">
            <a:avLst/>
          </a:prstGeom>
          <a:solidFill>
            <a:srgbClr val="00AE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000025"/>
                </a:solidFill>
                <a:effectLst/>
                <a:latin typeface="Arial" panose="020B0604020202020204" pitchFamily="34" charset="0"/>
              </a:rPr>
              <a:t>BEST MOVE</a:t>
            </a:r>
          </a:p>
          <a:p>
            <a:pPr algn="ctr">
              <a:buNone/>
            </a:pPr>
            <a:r>
              <a:rPr lang="en-US" sz="100">
                <a:effectLst/>
              </a:rPr>
              <a:t> </a:t>
            </a:r>
            <a:endParaRPr lang="en-US"/>
          </a:p>
        </p:txBody>
      </p:sp>
      <p:sp>
        <p:nvSpPr>
          <p:cNvPr id="12633" name="Rectangle 12632">
            <a:extLst>
              <a:ext uri="{FF2B5EF4-FFF2-40B4-BE49-F238E27FC236}">
                <a16:creationId xmlns:a16="http://schemas.microsoft.com/office/drawing/2014/main" id="{EDF12CAA-C9DB-6FB3-C770-82DFC331DDD3}"/>
              </a:ext>
            </a:extLst>
          </p:cNvPr>
          <p:cNvSpPr/>
          <p:nvPr/>
        </p:nvSpPr>
        <p:spPr>
          <a:xfrm>
            <a:off x="4450000" y="285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Safety leads: OT engineers bring the process to a known-safe manual state, then you isolate without a trip.</a:t>
            </a:r>
          </a:p>
        </p:txBody>
      </p:sp>
      <p:sp>
        <p:nvSpPr>
          <p:cNvPr id="12774" name="Rectangle 12773">
            <a:extLst>
              <a:ext uri="{FF2B5EF4-FFF2-40B4-BE49-F238E27FC236}">
                <a16:creationId xmlns:a16="http://schemas.microsoft.com/office/drawing/2014/main" id="{7B848FF7-6534-4A30-893C-BA490AF25B98}"/>
              </a:ext>
            </a:extLst>
          </p:cNvPr>
          <p:cNvSpPr/>
          <p:nvPr/>
        </p:nvSpPr>
        <p:spPr>
          <a:xfrm>
            <a:off x="8050000" y="285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Needs OT engineers in the room and a rehearsed safe-state plan — minutes you'll wish you'd drilled.</a:t>
            </a:r>
          </a:p>
        </p:txBody>
      </p:sp>
      <p:sp>
        <p:nvSpPr>
          <p:cNvPr id="12916" name="Rectangle 12915">
            <a:extLst>
              <a:ext uri="{FF2B5EF4-FFF2-40B4-BE49-F238E27FC236}">
                <a16:creationId xmlns:a16="http://schemas.microsoft.com/office/drawing/2014/main" id="{F5FD8BD5-5D49-515C-2E3C-83CCA7C8F6BA}"/>
              </a:ext>
            </a:extLst>
          </p:cNvPr>
          <p:cNvSpPr/>
          <p:nvPr/>
        </p:nvSpPr>
        <p:spPr>
          <a:xfrm>
            <a:off x="609600" y="3860000"/>
            <a:ext cx="10972800" cy="10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59" name="Oval 13058">
            <a:extLst>
              <a:ext uri="{FF2B5EF4-FFF2-40B4-BE49-F238E27FC236}">
                <a16:creationId xmlns:a16="http://schemas.microsoft.com/office/drawing/2014/main" id="{1253B7BE-2F29-B8E3-39D7-E73042463991}"/>
              </a:ext>
            </a:extLst>
          </p:cNvPr>
          <p:cNvSpPr/>
          <p:nvPr/>
        </p:nvSpPr>
        <p:spPr>
          <a:xfrm>
            <a:off x="790000" y="4085680"/>
            <a:ext cx="548640" cy="548640"/>
          </a:xfrm>
          <a:prstGeom prst="ellipse">
            <a:avLst/>
          </a:prstGeom>
          <a:solidFill>
            <a:srgbClr val="000025"/>
          </a:solidFill>
          <a:ln w="1905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78DCFF"/>
                </a:solidFill>
                <a:effectLst/>
                <a:latin typeface="Arial" panose="020B0604020202020204" pitchFamily="34" charset="0"/>
              </a:rPr>
              <a:t>C</a:t>
            </a:r>
          </a:p>
          <a:p>
            <a:pPr algn="ctr">
              <a:buNone/>
            </a:pPr>
            <a:r>
              <a:rPr lang="en-US" sz="100">
                <a:effectLst/>
              </a:rPr>
              <a:t> </a:t>
            </a:r>
            <a:endParaRPr lang="en-US"/>
          </a:p>
        </p:txBody>
      </p:sp>
      <p:sp>
        <p:nvSpPr>
          <p:cNvPr id="13203" name="Rectangle 13202">
            <a:extLst>
              <a:ext uri="{FF2B5EF4-FFF2-40B4-BE49-F238E27FC236}">
                <a16:creationId xmlns:a16="http://schemas.microsoft.com/office/drawing/2014/main" id="{F4ABE416-680D-B5B5-7439-6AB7C998A679}"/>
              </a:ext>
            </a:extLst>
          </p:cNvPr>
          <p:cNvSpPr/>
          <p:nvPr/>
        </p:nvSpPr>
        <p:spPr>
          <a:xfrm>
            <a:off x="1500000" y="3950000"/>
            <a:ext cx="285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Wall off at the IT boundary</a:t>
            </a:r>
          </a:p>
        </p:txBody>
      </p:sp>
      <p:sp>
        <p:nvSpPr>
          <p:cNvPr id="13348" name="Rectangle: Rounded Corners 13347">
            <a:extLst>
              <a:ext uri="{FF2B5EF4-FFF2-40B4-BE49-F238E27FC236}">
                <a16:creationId xmlns:a16="http://schemas.microsoft.com/office/drawing/2014/main" id="{865840EF-2C46-E6B5-92D8-866833A5F8E9}"/>
              </a:ext>
            </a:extLst>
          </p:cNvPr>
          <p:cNvSpPr/>
          <p:nvPr/>
        </p:nvSpPr>
        <p:spPr>
          <a:xfrm>
            <a:off x="1500000" y="4350000"/>
            <a:ext cx="1600000" cy="436168"/>
          </a:xfrm>
          <a:prstGeom prst="round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D5E1F0"/>
                </a:solidFill>
                <a:effectLst/>
                <a:latin typeface="Arial" panose="020B0604020202020204" pitchFamily="34" charset="0"/>
              </a:rPr>
              <a:t>IN PARALLEL</a:t>
            </a:r>
          </a:p>
          <a:p>
            <a:pPr algn="ctr">
              <a:buNone/>
            </a:pPr>
            <a:r>
              <a:rPr lang="en-US" sz="100">
                <a:effectLst/>
              </a:rPr>
              <a:t> </a:t>
            </a:r>
            <a:endParaRPr lang="en-US"/>
          </a:p>
        </p:txBody>
      </p:sp>
      <p:sp>
        <p:nvSpPr>
          <p:cNvPr id="13494" name="Rectangle 13493">
            <a:extLst>
              <a:ext uri="{FF2B5EF4-FFF2-40B4-BE49-F238E27FC236}">
                <a16:creationId xmlns:a16="http://schemas.microsoft.com/office/drawing/2014/main" id="{ABD608F5-7664-9E98-4EDD-250E84632BF1}"/>
              </a:ext>
            </a:extLst>
          </p:cNvPr>
          <p:cNvSpPr/>
          <p:nvPr/>
        </p:nvSpPr>
        <p:spPr>
          <a:xfrm>
            <a:off x="4450000" y="396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Keeps water and power flowing while you bet the IT/OT boundary holds.</a:t>
            </a:r>
          </a:p>
        </p:txBody>
      </p:sp>
      <p:sp>
        <p:nvSpPr>
          <p:cNvPr id="13641" name="Rectangle 13640">
            <a:extLst>
              <a:ext uri="{FF2B5EF4-FFF2-40B4-BE49-F238E27FC236}">
                <a16:creationId xmlns:a16="http://schemas.microsoft.com/office/drawing/2014/main" id="{81ABE723-C27E-2C76-7B7F-ADDBA39147A0}"/>
              </a:ext>
            </a:extLst>
          </p:cNvPr>
          <p:cNvSpPr/>
          <p:nvPr/>
        </p:nvSpPr>
        <p:spPr>
          <a:xfrm>
            <a:off x="8050000" y="396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If the attacker is already past the boundary, you've chosen service over safety on a bad bet.</a:t>
            </a:r>
          </a:p>
        </p:txBody>
      </p:sp>
      <p:sp>
        <p:nvSpPr>
          <p:cNvPr id="13789" name="Rectangle 13788">
            <a:extLst>
              <a:ext uri="{FF2B5EF4-FFF2-40B4-BE49-F238E27FC236}">
                <a16:creationId xmlns:a16="http://schemas.microsoft.com/office/drawing/2014/main" id="{624644F7-0BAD-07FE-5CAA-172BEFF076B2}"/>
              </a:ext>
            </a:extLst>
          </p:cNvPr>
          <p:cNvSpPr/>
          <p:nvPr/>
        </p:nvSpPr>
        <p:spPr>
          <a:xfrm>
            <a:off x="609600" y="4970000"/>
            <a:ext cx="10972800" cy="10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38" name="Oval 13937">
            <a:extLst>
              <a:ext uri="{FF2B5EF4-FFF2-40B4-BE49-F238E27FC236}">
                <a16:creationId xmlns:a16="http://schemas.microsoft.com/office/drawing/2014/main" id="{2792FAD2-E20C-9954-417E-EB067619CDE4}"/>
              </a:ext>
            </a:extLst>
          </p:cNvPr>
          <p:cNvSpPr/>
          <p:nvPr/>
        </p:nvSpPr>
        <p:spPr>
          <a:xfrm>
            <a:off x="790000" y="5195680"/>
            <a:ext cx="548640" cy="548640"/>
          </a:xfrm>
          <a:prstGeom prst="ellipse">
            <a:avLst/>
          </a:prstGeom>
          <a:solidFill>
            <a:srgbClr val="000025"/>
          </a:solidFill>
          <a:ln w="1905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78DCFF"/>
                </a:solidFill>
                <a:effectLst/>
                <a:latin typeface="Arial" panose="020B0604020202020204" pitchFamily="34" charset="0"/>
              </a:rPr>
              <a:t>D</a:t>
            </a:r>
          </a:p>
          <a:p>
            <a:pPr algn="ctr">
              <a:buNone/>
            </a:pPr>
            <a:r>
              <a:rPr lang="en-US" sz="100">
                <a:effectLst/>
              </a:rPr>
              <a:t> </a:t>
            </a:r>
            <a:endParaRPr lang="en-US"/>
          </a:p>
        </p:txBody>
      </p:sp>
      <p:sp>
        <p:nvSpPr>
          <p:cNvPr id="14088" name="Rectangle 14087">
            <a:extLst>
              <a:ext uri="{FF2B5EF4-FFF2-40B4-BE49-F238E27FC236}">
                <a16:creationId xmlns:a16="http://schemas.microsoft.com/office/drawing/2014/main" id="{2DBE2871-0371-75A7-B2F4-26591A3A85BE}"/>
              </a:ext>
            </a:extLst>
          </p:cNvPr>
          <p:cNvSpPr/>
          <p:nvPr/>
        </p:nvSpPr>
        <p:spPr>
          <a:xfrm>
            <a:off x="1500000" y="5060000"/>
            <a:ext cx="285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Re-verify the 'commander'</a:t>
            </a:r>
          </a:p>
        </p:txBody>
      </p:sp>
      <p:sp>
        <p:nvSpPr>
          <p:cNvPr id="14239" name="Rectangle: Rounded Corners 14238">
            <a:extLst>
              <a:ext uri="{FF2B5EF4-FFF2-40B4-BE49-F238E27FC236}">
                <a16:creationId xmlns:a16="http://schemas.microsoft.com/office/drawing/2014/main" id="{558C9D05-071B-B466-5AAD-CD60D1820DC6}"/>
              </a:ext>
            </a:extLst>
          </p:cNvPr>
          <p:cNvSpPr/>
          <p:nvPr/>
        </p:nvSpPr>
        <p:spPr>
          <a:xfrm>
            <a:off x="1500000" y="5460000"/>
            <a:ext cx="1600000" cy="436168"/>
          </a:xfrm>
          <a:prstGeom prst="round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D5E1F0"/>
                </a:solidFill>
                <a:effectLst/>
                <a:latin typeface="Arial" panose="020B0604020202020204" pitchFamily="34" charset="0"/>
              </a:rPr>
              <a:t>IN PARALLEL</a:t>
            </a:r>
          </a:p>
          <a:p>
            <a:pPr algn="ctr">
              <a:buNone/>
            </a:pPr>
            <a:r>
              <a:rPr lang="en-US" sz="100">
                <a:effectLst/>
              </a:rPr>
              <a:t> </a:t>
            </a:r>
            <a:endParaRPr lang="en-US"/>
          </a:p>
        </p:txBody>
      </p:sp>
      <p:sp>
        <p:nvSpPr>
          <p:cNvPr id="14391" name="Rectangle 14390">
            <a:extLst>
              <a:ext uri="{FF2B5EF4-FFF2-40B4-BE49-F238E27FC236}">
                <a16:creationId xmlns:a16="http://schemas.microsoft.com/office/drawing/2014/main" id="{61A4DE60-4702-890B-D66F-A56CCD4B6DD1}"/>
              </a:ext>
            </a:extLst>
          </p:cNvPr>
          <p:cNvSpPr/>
          <p:nvPr/>
        </p:nvSpPr>
        <p:spPr>
          <a:xfrm>
            <a:off x="4450000" y="507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A deepfaked incident commander giving OT instructions is the nightmare — authenticate before any OT action.</a:t>
            </a:r>
          </a:p>
        </p:txBody>
      </p:sp>
      <p:sp>
        <p:nvSpPr>
          <p:cNvPr id="14544" name="Rectangle 14543">
            <a:extLst>
              <a:ext uri="{FF2B5EF4-FFF2-40B4-BE49-F238E27FC236}">
                <a16:creationId xmlns:a16="http://schemas.microsoft.com/office/drawing/2014/main" id="{C2D16473-C9DF-32E6-CC17-D5BE6B56366B}"/>
              </a:ext>
            </a:extLst>
          </p:cNvPr>
          <p:cNvSpPr/>
          <p:nvPr/>
        </p:nvSpPr>
        <p:spPr>
          <a:xfrm>
            <a:off x="8050000" y="507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Pre-agree an out-of-band authentication word and channel, or this check stalls the whole bridge.</a:t>
            </a:r>
          </a:p>
        </p:txBody>
      </p:sp>
      <p:sp>
        <p:nvSpPr>
          <p:cNvPr id="90003" name="BestHighlight"/>
          <p:cNvSpPr/>
          <p:nvPr/>
        </p:nvSpPr>
        <p:spPr>
          <a:xfrm>
            <a:off x="609600" y="2750000"/>
            <a:ext cx="10972800" cy="1000000"/>
          </a:xfrm>
          <a:prstGeom prst="rect">
            <a:avLst/>
          </a:prstGeom>
          <a:noFill/>
          <a:ln w="28575">
            <a:solidFill>
              <a:srgbClr val="00AEFF"/>
            </a:solidFill>
          </a:ln>
        </p:spPr>
        <p:txBody>
          <a:bodyPr rtlCol="0"/>
          <a:lstStyle/>
          <a:p>
            <a:endParaRPr lang="en-US"/>
          </a:p>
        </p:txBody>
      </p:sp>
    </p:spTree>
    <p:extLst>
      <p:ext uri="{BB962C8B-B14F-4D97-AF65-F5344CB8AC3E}">
        <p14:creationId xmlns:p14="http://schemas.microsoft.com/office/powerpoint/2010/main" val="3936017780"/>
      </p:ext>
    </p:extLst>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11674"/>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1180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94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49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63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77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34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49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64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23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39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54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900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4" grpId="0"/>
      <p:bldP spid="11808" grpId="0"/>
      <p:bldP spid="11943" grpId="0"/>
      <p:bldP spid="12493" grpId="0"/>
      <p:bldP spid="12633" grpId="0"/>
      <p:bldP spid="12774" grpId="0"/>
      <p:bldP spid="13348" grpId="0"/>
      <p:bldP spid="13494" grpId="0"/>
      <p:bldP spid="13641" grpId="0"/>
      <p:bldP spid="14239" grpId="0"/>
      <p:bldP spid="14391" grpId="0"/>
      <p:bldP spid="14544" grpId="0"/>
      <p:bldP spid="90003"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25"/>
        </a:solidFill>
        <a:effectLst/>
      </p:bgPr>
    </p:bg>
    <p:spTree>
      <p:nvGrpSpPr>
        <p:cNvPr id="1" name=""/>
        <p:cNvGrpSpPr/>
        <p:nvPr/>
      </p:nvGrpSpPr>
      <p:grpSpPr>
        <a:xfrm>
          <a:off x="0" y="0"/>
          <a:ext cx="0" cy="0"/>
          <a:chOff x="0" y="0"/>
          <a:chExt cx="0" cy="0"/>
        </a:xfrm>
      </p:grpSpPr>
      <p:sp>
        <p:nvSpPr>
          <p:cNvPr id="14545" name="Rectangle 14544">
            <a:extLst>
              <a:ext uri="{FF2B5EF4-FFF2-40B4-BE49-F238E27FC236}">
                <a16:creationId xmlns:a16="http://schemas.microsoft.com/office/drawing/2014/main" id="{A5B0674E-7C89-AD3A-7DDA-D51B3C62E34B}"/>
              </a:ext>
            </a:extLst>
          </p:cNvPr>
          <p:cNvSpPr/>
          <p:nvPr/>
        </p:nvSpPr>
        <p:spPr>
          <a:xfrm>
            <a:off x="609600" y="236000"/>
            <a:ext cx="10972800" cy="2593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INJECT 4 · CISO · SATURDAY 18:00</a:t>
            </a:r>
          </a:p>
        </p:txBody>
      </p:sp>
      <p:sp>
        <p:nvSpPr>
          <p:cNvPr id="14547" name="Rectangle 14546">
            <a:extLst>
              <a:ext uri="{FF2B5EF4-FFF2-40B4-BE49-F238E27FC236}">
                <a16:creationId xmlns:a16="http://schemas.microsoft.com/office/drawing/2014/main" id="{2AADA85B-C6FB-2371-8D59-1E89B50EC869}"/>
              </a:ext>
            </a:extLst>
          </p:cNvPr>
          <p:cNvSpPr/>
          <p:nvPr/>
        </p:nvSpPr>
        <p:spPr>
          <a:xfrm>
            <a:off x="609600" y="495300"/>
            <a:ext cx="10972800"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Arial" panose="020B0604020202020204" pitchFamily="34" charset="0"/>
              </a:rPr>
              <a:t>Every clock is a different colour</a:t>
            </a:r>
          </a:p>
        </p:txBody>
      </p:sp>
      <p:sp>
        <p:nvSpPr>
          <p:cNvPr id="14550" name="Rectangle 14549">
            <a:extLst>
              <a:ext uri="{FF2B5EF4-FFF2-40B4-BE49-F238E27FC236}">
                <a16:creationId xmlns:a16="http://schemas.microsoft.com/office/drawing/2014/main" id="{CCE137B2-8ED5-8981-6FA5-4183D40D6F04}"/>
              </a:ext>
            </a:extLst>
          </p:cNvPr>
          <p:cNvSpPr/>
          <p:nvPr/>
        </p:nvSpPr>
        <p:spPr>
          <a:xfrm>
            <a:off x="609600" y="1104900"/>
            <a:ext cx="10972800" cy="9525"/>
          </a:xfrm>
          <a:prstGeom prst="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54" name="Rectangle 14553">
            <a:extLst>
              <a:ext uri="{FF2B5EF4-FFF2-40B4-BE49-F238E27FC236}">
                <a16:creationId xmlns:a16="http://schemas.microsoft.com/office/drawing/2014/main" id="{95BCB3AD-7435-7D31-9909-784BF514E61F}"/>
              </a:ext>
            </a:extLst>
          </p:cNvPr>
          <p:cNvSpPr/>
          <p:nvPr/>
        </p:nvSpPr>
        <p:spPr>
          <a:xfrm>
            <a:off x="11100000" y="6400000"/>
            <a:ext cx="500000" cy="2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9FB3CC"/>
                </a:solidFill>
                <a:effectLst/>
                <a:latin typeface="Arial" panose="020B0604020202020204" pitchFamily="34" charset="0"/>
              </a:rPr>
              <a:t>18</a:t>
            </a:r>
          </a:p>
        </p:txBody>
      </p:sp>
      <p:sp>
        <p:nvSpPr>
          <p:cNvPr id="14559" name="Rectangle 14558">
            <a:extLst>
              <a:ext uri="{FF2B5EF4-FFF2-40B4-BE49-F238E27FC236}">
                <a16:creationId xmlns:a16="http://schemas.microsoft.com/office/drawing/2014/main" id="{04A7FE5B-2B8D-E893-74EB-57C185A65A9B}"/>
              </a:ext>
            </a:extLst>
          </p:cNvPr>
          <p:cNvSpPr/>
          <p:nvPr/>
        </p:nvSpPr>
        <p:spPr>
          <a:xfrm>
            <a:off x="609600" y="1400000"/>
            <a:ext cx="5334000" cy="475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65" name="Rectangle 14564">
            <a:extLst>
              <a:ext uri="{FF2B5EF4-FFF2-40B4-BE49-F238E27FC236}">
                <a16:creationId xmlns:a16="http://schemas.microsoft.com/office/drawing/2014/main" id="{2BFE5270-B07A-7563-F4D3-BDA1EC8EF0A8}"/>
              </a:ext>
            </a:extLst>
          </p:cNvPr>
          <p:cNvSpPr/>
          <p:nvPr/>
        </p:nvSpPr>
        <p:spPr>
          <a:xfrm>
            <a:off x="838200" y="1540000"/>
            <a:ext cx="3000000" cy="3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SITUATION</a:t>
            </a:r>
          </a:p>
          <a:p>
            <a:pPr algn="l">
              <a:buNone/>
            </a:pPr>
            <a:r>
              <a:rPr lang="en-US" sz="100">
                <a:effectLst/>
              </a:rPr>
              <a:t> </a:t>
            </a:r>
            <a:endParaRPr lang="en-US"/>
          </a:p>
        </p:txBody>
      </p:sp>
      <p:sp>
        <p:nvSpPr>
          <p:cNvPr id="14572" name="Rectangle 14571">
            <a:extLst>
              <a:ext uri="{FF2B5EF4-FFF2-40B4-BE49-F238E27FC236}">
                <a16:creationId xmlns:a16="http://schemas.microsoft.com/office/drawing/2014/main" id="{101DE29E-DDF7-6B34-C6E7-1F7AA8E25EE9}"/>
              </a:ext>
            </a:extLst>
          </p:cNvPr>
          <p:cNvSpPr/>
          <p:nvPr/>
        </p:nvSpPr>
        <p:spPr>
          <a:xfrm>
            <a:off x="838200" y="1880000"/>
            <a:ext cx="4876800" cy="3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l">
              <a:buNone/>
            </a:pPr>
            <a:r>
              <a:rPr lang="en-US" sz="1600">
                <a:solidFill>
                  <a:srgbClr val="D5E1F0"/>
                </a:solidFill>
                <a:effectLst/>
                <a:latin typeface="Arial"/>
              </a:rPr>
              <a:t>Configs encrypted (key never stored), databases dropped, 18 GB exfiltrated, a dark-web post live. SOCI and NDB clocks are running.</a:t>
            </a:r>
          </a:p>
          <a:p>
            <a:pPr algn="l">
              <a:buNone/>
            </a:pPr>
            <a:endParaRPr lang="en-US" sz="1000"/>
          </a:p>
          <a:p>
            <a:pPr algn="l">
              <a:buNone/>
            </a:pPr>
            <a:r>
              <a:rPr lang="en-US" sz="1600">
                <a:solidFill>
                  <a:srgbClr val="D5E1F0"/>
                </a:solidFill>
                <a:effectLst/>
                <a:latin typeface="Arial"/>
              </a:rPr>
              <a:t>A new mandatory AI-incident report is also triggered — but the facts are still unverified.</a:t>
            </a:r>
          </a:p>
          <a:p>
            <a:pPr algn="l">
              <a:buNone/>
            </a:pPr>
            <a:endParaRPr lang="en-US" sz="1000"/>
          </a:p>
          <a:p>
            <a:pPr algn="l">
              <a:buNone/>
            </a:pPr>
            <a:r>
              <a:rPr lang="en-US" sz="1600">
                <a:solidFill>
                  <a:srgbClr val="D5E1F0"/>
                </a:solidFill>
                <a:effectLst/>
                <a:latin typeface="Arial"/>
              </a:rPr>
              <a:t>Your insurer signals the AI-driven attack may fall under a new sub-limit — cover could drop to ~10% without proof of human override and governance.</a:t>
            </a:r>
          </a:p>
          <a:p>
            <a:pPr algn="l">
              <a:buNone/>
            </a:pPr>
            <a:endParaRPr lang="en-US" sz="1000"/>
          </a:p>
          <a:p>
            <a:pPr algn="l">
              <a:buNone/>
            </a:pPr>
            <a:r>
              <a:rPr lang="en-US" sz="1600">
                <a:solidFill>
                  <a:srgbClr val="D5E1F0"/>
                </a:solidFill>
                <a:effectLst/>
                <a:latin typeface="Arial"/>
              </a:rPr>
              <a:t>Your LLM provider may be implicated, and paying may now breach sanctions.</a:t>
            </a:r>
          </a:p>
        </p:txBody>
      </p:sp>
      <p:sp>
        <p:nvSpPr>
          <p:cNvPr id="14580" name="Rectangle 14579">
            <a:extLst>
              <a:ext uri="{FF2B5EF4-FFF2-40B4-BE49-F238E27FC236}">
                <a16:creationId xmlns:a16="http://schemas.microsoft.com/office/drawing/2014/main" id="{B3C51599-9CD3-65C9-5415-524692C08533}"/>
              </a:ext>
            </a:extLst>
          </p:cNvPr>
          <p:cNvSpPr/>
          <p:nvPr/>
        </p:nvSpPr>
        <p:spPr>
          <a:xfrm>
            <a:off x="838200" y="5380000"/>
            <a:ext cx="4876800"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a:solidFill>
                  <a:srgbClr val="78DCFF"/>
                </a:solidFill>
                <a:effectLst/>
                <a:latin typeface="Arial" panose="020B0604020202020204" pitchFamily="34" charset="0"/>
              </a:rPr>
              <a:t>What is your priority?</a:t>
            </a:r>
          </a:p>
          <a:p>
            <a:pPr algn="l">
              <a:buNone/>
            </a:pPr>
            <a:r>
              <a:rPr lang="en-US" sz="100">
                <a:effectLst/>
              </a:rPr>
              <a:t> </a:t>
            </a:r>
            <a:endParaRPr lang="en-US"/>
          </a:p>
        </p:txBody>
      </p:sp>
      <p:sp>
        <p:nvSpPr>
          <p:cNvPr id="14589" name="Rectangle 14588">
            <a:extLst>
              <a:ext uri="{FF2B5EF4-FFF2-40B4-BE49-F238E27FC236}">
                <a16:creationId xmlns:a16="http://schemas.microsoft.com/office/drawing/2014/main" id="{A1260AD1-783A-29B0-5311-14FC4625A334}"/>
              </a:ext>
            </a:extLst>
          </p:cNvPr>
          <p:cNvSpPr/>
          <p:nvPr/>
        </p:nvSpPr>
        <p:spPr>
          <a:xfrm>
            <a:off x="6200000" y="1400000"/>
            <a:ext cx="5382400" cy="106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99" name="Oval 14598">
            <a:extLst>
              <a:ext uri="{FF2B5EF4-FFF2-40B4-BE49-F238E27FC236}">
                <a16:creationId xmlns:a16="http://schemas.microsoft.com/office/drawing/2014/main" id="{1F44BE5B-B696-E80E-F51C-33342B9B38A7}"/>
              </a:ext>
            </a:extLst>
          </p:cNvPr>
          <p:cNvSpPr/>
          <p:nvPr/>
        </p:nvSpPr>
        <p:spPr>
          <a:xfrm>
            <a:off x="6380000" y="1609960"/>
            <a:ext cx="640080" cy="640080"/>
          </a:xfrm>
          <a:prstGeom prst="ellipse">
            <a:avLst/>
          </a:prstGeom>
          <a:solidFill>
            <a:srgbClr val="000025"/>
          </a:solidFill>
          <a:ln w="254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A</a:t>
            </a:r>
          </a:p>
          <a:p>
            <a:pPr algn="ctr">
              <a:buNone/>
            </a:pPr>
            <a:r>
              <a:rPr lang="en-US" sz="100">
                <a:effectLst/>
              </a:rPr>
              <a:t> </a:t>
            </a:r>
            <a:endParaRPr lang="en-US"/>
          </a:p>
        </p:txBody>
      </p:sp>
      <p:sp>
        <p:nvSpPr>
          <p:cNvPr id="14610" name="Rectangle 14609">
            <a:extLst>
              <a:ext uri="{FF2B5EF4-FFF2-40B4-BE49-F238E27FC236}">
                <a16:creationId xmlns:a16="http://schemas.microsoft.com/office/drawing/2014/main" id="{A10F5385-C6BF-76FC-1331-5069BDD4AFA9}"/>
              </a:ext>
            </a:extLst>
          </p:cNvPr>
          <p:cNvSpPr/>
          <p:nvPr/>
        </p:nvSpPr>
        <p:spPr>
          <a:xfrm>
            <a:off x="7200000" y="1480000"/>
            <a:ext cx="425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Report everything now, on current unverified facts</a:t>
            </a:r>
          </a:p>
        </p:txBody>
      </p:sp>
      <p:sp>
        <p:nvSpPr>
          <p:cNvPr id="14622" name="Rectangle 14621">
            <a:extLst>
              <a:ext uri="{FF2B5EF4-FFF2-40B4-BE49-F238E27FC236}">
                <a16:creationId xmlns:a16="http://schemas.microsoft.com/office/drawing/2014/main" id="{AAFD3262-6299-BA3F-91A1-26F5971D37F4}"/>
              </a:ext>
            </a:extLst>
          </p:cNvPr>
          <p:cNvSpPr/>
          <p:nvPr/>
        </p:nvSpPr>
        <p:spPr>
          <a:xfrm>
            <a:off x="6200000" y="2630000"/>
            <a:ext cx="5382400" cy="106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35" name="Oval 14634">
            <a:extLst>
              <a:ext uri="{FF2B5EF4-FFF2-40B4-BE49-F238E27FC236}">
                <a16:creationId xmlns:a16="http://schemas.microsoft.com/office/drawing/2014/main" id="{3ACBA13C-AE71-00D7-29BD-AD6D46F58722}"/>
              </a:ext>
            </a:extLst>
          </p:cNvPr>
          <p:cNvSpPr/>
          <p:nvPr/>
        </p:nvSpPr>
        <p:spPr>
          <a:xfrm>
            <a:off x="6380000" y="2839960"/>
            <a:ext cx="640080" cy="640080"/>
          </a:xfrm>
          <a:prstGeom prst="ellipse">
            <a:avLst/>
          </a:prstGeom>
          <a:solidFill>
            <a:srgbClr val="000025"/>
          </a:solidFill>
          <a:ln w="254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B</a:t>
            </a:r>
          </a:p>
          <a:p>
            <a:pPr algn="ctr">
              <a:buNone/>
            </a:pPr>
            <a:r>
              <a:rPr lang="en-US" sz="100">
                <a:effectLst/>
              </a:rPr>
              <a:t> </a:t>
            </a:r>
            <a:endParaRPr lang="en-US"/>
          </a:p>
        </p:txBody>
      </p:sp>
      <p:sp>
        <p:nvSpPr>
          <p:cNvPr id="14649" name="Rectangle 14648">
            <a:extLst>
              <a:ext uri="{FF2B5EF4-FFF2-40B4-BE49-F238E27FC236}">
                <a16:creationId xmlns:a16="http://schemas.microsoft.com/office/drawing/2014/main" id="{74D33C65-318C-7D8D-453C-D8EBB21A15E0}"/>
              </a:ext>
            </a:extLst>
          </p:cNvPr>
          <p:cNvSpPr/>
          <p:nvPr/>
        </p:nvSpPr>
        <p:spPr>
          <a:xfrm>
            <a:off x="7200000" y="2710000"/>
            <a:ext cx="425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Prioritise recovery and customers; accept reporting lag</a:t>
            </a:r>
          </a:p>
        </p:txBody>
      </p:sp>
      <p:sp>
        <p:nvSpPr>
          <p:cNvPr id="14664" name="Rectangle 14663">
            <a:extLst>
              <a:ext uri="{FF2B5EF4-FFF2-40B4-BE49-F238E27FC236}">
                <a16:creationId xmlns:a16="http://schemas.microsoft.com/office/drawing/2014/main" id="{F49B5552-37AD-D92F-3EBE-0567AC514595}"/>
              </a:ext>
            </a:extLst>
          </p:cNvPr>
          <p:cNvSpPr/>
          <p:nvPr/>
        </p:nvSpPr>
        <p:spPr>
          <a:xfrm>
            <a:off x="6200000" y="3860000"/>
            <a:ext cx="5382400" cy="106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80" name="Oval 14679">
            <a:extLst>
              <a:ext uri="{FF2B5EF4-FFF2-40B4-BE49-F238E27FC236}">
                <a16:creationId xmlns:a16="http://schemas.microsoft.com/office/drawing/2014/main" id="{7E1E9A3A-74CA-D867-FD5F-99397D8EF882}"/>
              </a:ext>
            </a:extLst>
          </p:cNvPr>
          <p:cNvSpPr/>
          <p:nvPr/>
        </p:nvSpPr>
        <p:spPr>
          <a:xfrm>
            <a:off x="6380000" y="4069960"/>
            <a:ext cx="640080" cy="640080"/>
          </a:xfrm>
          <a:prstGeom prst="ellipse">
            <a:avLst/>
          </a:prstGeom>
          <a:solidFill>
            <a:srgbClr val="000025"/>
          </a:solidFill>
          <a:ln w="254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C</a:t>
            </a:r>
          </a:p>
          <a:p>
            <a:pPr algn="ctr">
              <a:buNone/>
            </a:pPr>
            <a:r>
              <a:rPr lang="en-US" sz="100">
                <a:effectLst/>
              </a:rPr>
              <a:t> </a:t>
            </a:r>
            <a:endParaRPr lang="en-US"/>
          </a:p>
        </p:txBody>
      </p:sp>
      <p:sp>
        <p:nvSpPr>
          <p:cNvPr id="14697" name="Rectangle 14696">
            <a:extLst>
              <a:ext uri="{FF2B5EF4-FFF2-40B4-BE49-F238E27FC236}">
                <a16:creationId xmlns:a16="http://schemas.microsoft.com/office/drawing/2014/main" id="{C7134055-103F-6D6B-76FC-597B6708AA08}"/>
              </a:ext>
            </a:extLst>
          </p:cNvPr>
          <p:cNvSpPr/>
          <p:nvPr/>
        </p:nvSpPr>
        <p:spPr>
          <a:xfrm>
            <a:off x="7200000" y="3940000"/>
            <a:ext cx="425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Lock down the governance evidence so cover isn't voided</a:t>
            </a:r>
          </a:p>
        </p:txBody>
      </p:sp>
      <p:sp>
        <p:nvSpPr>
          <p:cNvPr id="14715" name="Rectangle 14714">
            <a:extLst>
              <a:ext uri="{FF2B5EF4-FFF2-40B4-BE49-F238E27FC236}">
                <a16:creationId xmlns:a16="http://schemas.microsoft.com/office/drawing/2014/main" id="{48C02C0F-2908-B47B-A299-8DDFEFCF769A}"/>
              </a:ext>
            </a:extLst>
          </p:cNvPr>
          <p:cNvSpPr/>
          <p:nvPr/>
        </p:nvSpPr>
        <p:spPr>
          <a:xfrm>
            <a:off x="6200000" y="5090000"/>
            <a:ext cx="5382400" cy="106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34" name="Oval 14733">
            <a:extLst>
              <a:ext uri="{FF2B5EF4-FFF2-40B4-BE49-F238E27FC236}">
                <a16:creationId xmlns:a16="http://schemas.microsoft.com/office/drawing/2014/main" id="{39102655-749C-9683-5B0F-E929E5093F01}"/>
              </a:ext>
            </a:extLst>
          </p:cNvPr>
          <p:cNvSpPr/>
          <p:nvPr/>
        </p:nvSpPr>
        <p:spPr>
          <a:xfrm>
            <a:off x="6380000" y="5299960"/>
            <a:ext cx="640080" cy="640080"/>
          </a:xfrm>
          <a:prstGeom prst="ellipse">
            <a:avLst/>
          </a:prstGeom>
          <a:solidFill>
            <a:srgbClr val="000025"/>
          </a:solidFill>
          <a:ln w="254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D</a:t>
            </a:r>
          </a:p>
          <a:p>
            <a:pPr algn="ctr">
              <a:buNone/>
            </a:pPr>
            <a:r>
              <a:rPr lang="en-US" sz="100">
                <a:effectLst/>
              </a:rPr>
              <a:t> </a:t>
            </a:r>
            <a:endParaRPr lang="en-US"/>
          </a:p>
        </p:txBody>
      </p:sp>
      <p:sp>
        <p:nvSpPr>
          <p:cNvPr id="14754" name="Rectangle 14753">
            <a:extLst>
              <a:ext uri="{FF2B5EF4-FFF2-40B4-BE49-F238E27FC236}">
                <a16:creationId xmlns:a16="http://schemas.microsoft.com/office/drawing/2014/main" id="{9C3AE4E4-E157-76A0-9DD6-34FD6CC2E35F}"/>
              </a:ext>
            </a:extLst>
          </p:cNvPr>
          <p:cNvSpPr/>
          <p:nvPr/>
        </p:nvSpPr>
        <p:spPr>
          <a:xfrm>
            <a:off x="7200000" y="5170000"/>
            <a:ext cx="425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Stabilise the facts, then report in a coordinated sequence</a:t>
            </a:r>
          </a:p>
        </p:txBody>
      </p:sp>
    </p:spTree>
    <p:extLst>
      <p:ext uri="{BB962C8B-B14F-4D97-AF65-F5344CB8AC3E}">
        <p14:creationId xmlns:p14="http://schemas.microsoft.com/office/powerpoint/2010/main" val="24368890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25"/>
        </a:solidFill>
        <a:effectLst/>
      </p:bgPr>
    </p:bg>
    <p:spTree>
      <p:nvGrpSpPr>
        <p:cNvPr id="1" name=""/>
        <p:cNvGrpSpPr/>
        <p:nvPr/>
      </p:nvGrpSpPr>
      <p:grpSpPr>
        <a:xfrm>
          <a:off x="0" y="0"/>
          <a:ext cx="0" cy="0"/>
          <a:chOff x="0" y="0"/>
          <a:chExt cx="0" cy="0"/>
        </a:xfrm>
      </p:grpSpPr>
      <p:sp>
        <p:nvSpPr>
          <p:cNvPr id="14775" name="Rectangle 14774">
            <a:extLst>
              <a:ext uri="{FF2B5EF4-FFF2-40B4-BE49-F238E27FC236}">
                <a16:creationId xmlns:a16="http://schemas.microsoft.com/office/drawing/2014/main" id="{D210218D-0DFE-6029-7F46-BE627658737B}"/>
              </a:ext>
            </a:extLst>
          </p:cNvPr>
          <p:cNvSpPr/>
          <p:nvPr/>
        </p:nvSpPr>
        <p:spPr>
          <a:xfrm>
            <a:off x="609600" y="236000"/>
            <a:ext cx="10972800" cy="2593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INJECT 4 · OPTION CONSIDERATIONS</a:t>
            </a:r>
          </a:p>
          <a:p>
            <a:pPr algn="l">
              <a:buNone/>
            </a:pPr>
            <a:r>
              <a:rPr lang="en-US" sz="100">
                <a:effectLst/>
              </a:rPr>
              <a:t> </a:t>
            </a:r>
            <a:endParaRPr lang="en-US"/>
          </a:p>
        </p:txBody>
      </p:sp>
      <p:sp>
        <p:nvSpPr>
          <p:cNvPr id="14797" name="Rectangle 14796">
            <a:extLst>
              <a:ext uri="{FF2B5EF4-FFF2-40B4-BE49-F238E27FC236}">
                <a16:creationId xmlns:a16="http://schemas.microsoft.com/office/drawing/2014/main" id="{C4A10CAE-FDDA-8191-1236-69EF5A958C4F}"/>
              </a:ext>
            </a:extLst>
          </p:cNvPr>
          <p:cNvSpPr/>
          <p:nvPr/>
        </p:nvSpPr>
        <p:spPr>
          <a:xfrm>
            <a:off x="609600" y="495300"/>
            <a:ext cx="10972800"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Arial" panose="020B0604020202020204" pitchFamily="34" charset="0"/>
              </a:rPr>
              <a:t>Option considerations</a:t>
            </a:r>
          </a:p>
          <a:p>
            <a:pPr algn="l">
              <a:buNone/>
            </a:pPr>
            <a:r>
              <a:rPr lang="en-US" sz="100">
                <a:effectLst/>
              </a:rPr>
              <a:t> </a:t>
            </a:r>
            <a:endParaRPr lang="en-US"/>
          </a:p>
        </p:txBody>
      </p:sp>
      <p:sp>
        <p:nvSpPr>
          <p:cNvPr id="14820" name="Rectangle 14819">
            <a:extLst>
              <a:ext uri="{FF2B5EF4-FFF2-40B4-BE49-F238E27FC236}">
                <a16:creationId xmlns:a16="http://schemas.microsoft.com/office/drawing/2014/main" id="{D74D96F7-1B80-C87E-89AF-8AB7668BD86E}"/>
              </a:ext>
            </a:extLst>
          </p:cNvPr>
          <p:cNvSpPr/>
          <p:nvPr/>
        </p:nvSpPr>
        <p:spPr>
          <a:xfrm>
            <a:off x="609600" y="1104900"/>
            <a:ext cx="10972800" cy="9525"/>
          </a:xfrm>
          <a:prstGeom prst="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44" name="Rectangle 14843">
            <a:extLst>
              <a:ext uri="{FF2B5EF4-FFF2-40B4-BE49-F238E27FC236}">
                <a16:creationId xmlns:a16="http://schemas.microsoft.com/office/drawing/2014/main" id="{721F2F9E-CE76-1D02-D58B-1EACDE682FC6}"/>
              </a:ext>
            </a:extLst>
          </p:cNvPr>
          <p:cNvSpPr/>
          <p:nvPr/>
        </p:nvSpPr>
        <p:spPr>
          <a:xfrm>
            <a:off x="11100000" y="6400000"/>
            <a:ext cx="500000" cy="2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9FB3CC"/>
                </a:solidFill>
                <a:effectLst/>
                <a:latin typeface="Arial" panose="020B0604020202020204" pitchFamily="34" charset="0"/>
              </a:rPr>
              <a:t>19</a:t>
            </a:r>
          </a:p>
        </p:txBody>
      </p:sp>
      <p:sp>
        <p:nvSpPr>
          <p:cNvPr id="14869" name="Rectangle 14868">
            <a:extLst>
              <a:ext uri="{FF2B5EF4-FFF2-40B4-BE49-F238E27FC236}">
                <a16:creationId xmlns:a16="http://schemas.microsoft.com/office/drawing/2014/main" id="{4E5BC230-3EE6-0755-0A57-816658A4F618}"/>
              </a:ext>
            </a:extLst>
          </p:cNvPr>
          <p:cNvSpPr/>
          <p:nvPr/>
        </p:nvSpPr>
        <p:spPr>
          <a:xfrm>
            <a:off x="609600" y="1250000"/>
            <a:ext cx="3000000" cy="39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OPTION</a:t>
            </a:r>
          </a:p>
          <a:p>
            <a:pPr algn="l">
              <a:buNone/>
            </a:pPr>
            <a:r>
              <a:rPr lang="en-US" sz="100">
                <a:effectLst/>
              </a:rPr>
              <a:t> </a:t>
            </a:r>
            <a:endParaRPr lang="en-US"/>
          </a:p>
        </p:txBody>
      </p:sp>
      <p:sp>
        <p:nvSpPr>
          <p:cNvPr id="14895" name="Rectangle 14894">
            <a:extLst>
              <a:ext uri="{FF2B5EF4-FFF2-40B4-BE49-F238E27FC236}">
                <a16:creationId xmlns:a16="http://schemas.microsoft.com/office/drawing/2014/main" id="{AB3D06FF-BBD4-78B3-6B54-DA78B56CC58B}"/>
              </a:ext>
            </a:extLst>
          </p:cNvPr>
          <p:cNvSpPr/>
          <p:nvPr/>
        </p:nvSpPr>
        <p:spPr>
          <a:xfrm>
            <a:off x="4450000" y="1250000"/>
            <a:ext cx="3450000" cy="39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  WHY IT HELPS</a:t>
            </a:r>
          </a:p>
          <a:p>
            <a:pPr algn="l">
              <a:buNone/>
            </a:pPr>
            <a:r>
              <a:rPr lang="en-US" sz="100">
                <a:effectLst/>
              </a:rPr>
              <a:t> </a:t>
            </a:r>
            <a:endParaRPr lang="en-US"/>
          </a:p>
        </p:txBody>
      </p:sp>
      <p:sp>
        <p:nvSpPr>
          <p:cNvPr id="14922" name="Rectangle 14921">
            <a:extLst>
              <a:ext uri="{FF2B5EF4-FFF2-40B4-BE49-F238E27FC236}">
                <a16:creationId xmlns:a16="http://schemas.microsoft.com/office/drawing/2014/main" id="{5F32AADE-1974-697F-AFD2-7B8DF80B9F68}"/>
              </a:ext>
            </a:extLst>
          </p:cNvPr>
          <p:cNvSpPr/>
          <p:nvPr/>
        </p:nvSpPr>
        <p:spPr>
          <a:xfrm>
            <a:off x="8050000" y="1250000"/>
            <a:ext cx="3450000" cy="39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  WATCH OUT</a:t>
            </a:r>
          </a:p>
          <a:p>
            <a:pPr algn="l">
              <a:buNone/>
            </a:pPr>
            <a:r>
              <a:rPr lang="en-US" sz="100">
                <a:effectLst/>
              </a:rPr>
              <a:t> </a:t>
            </a:r>
            <a:endParaRPr lang="en-US"/>
          </a:p>
        </p:txBody>
      </p:sp>
      <p:sp>
        <p:nvSpPr>
          <p:cNvPr id="14950" name="Rectangle 14949">
            <a:extLst>
              <a:ext uri="{FF2B5EF4-FFF2-40B4-BE49-F238E27FC236}">
                <a16:creationId xmlns:a16="http://schemas.microsoft.com/office/drawing/2014/main" id="{9C891C3E-D6FB-EC6F-92F7-94C5605F57C2}"/>
              </a:ext>
            </a:extLst>
          </p:cNvPr>
          <p:cNvSpPr/>
          <p:nvPr/>
        </p:nvSpPr>
        <p:spPr>
          <a:xfrm>
            <a:off x="609600" y="1640000"/>
            <a:ext cx="10972800" cy="10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79" name="Oval 14978">
            <a:extLst>
              <a:ext uri="{FF2B5EF4-FFF2-40B4-BE49-F238E27FC236}">
                <a16:creationId xmlns:a16="http://schemas.microsoft.com/office/drawing/2014/main" id="{FA75F9A5-A044-4D20-50ED-83105B0FB8A1}"/>
              </a:ext>
            </a:extLst>
          </p:cNvPr>
          <p:cNvSpPr/>
          <p:nvPr/>
        </p:nvSpPr>
        <p:spPr>
          <a:xfrm>
            <a:off x="790000" y="1865680"/>
            <a:ext cx="548640" cy="548640"/>
          </a:xfrm>
          <a:prstGeom prst="ellipse">
            <a:avLst/>
          </a:prstGeom>
          <a:solidFill>
            <a:srgbClr val="000025"/>
          </a:solidFill>
          <a:ln w="1905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78DCFF"/>
                </a:solidFill>
                <a:effectLst/>
                <a:latin typeface="Arial" panose="020B0604020202020204" pitchFamily="34" charset="0"/>
              </a:rPr>
              <a:t>A</a:t>
            </a:r>
          </a:p>
          <a:p>
            <a:pPr algn="ctr">
              <a:buNone/>
            </a:pPr>
            <a:r>
              <a:rPr lang="en-US" sz="100">
                <a:effectLst/>
              </a:rPr>
              <a:t> </a:t>
            </a:r>
            <a:endParaRPr lang="en-US"/>
          </a:p>
        </p:txBody>
      </p:sp>
      <p:sp>
        <p:nvSpPr>
          <p:cNvPr id="15009" name="Rectangle 15008">
            <a:extLst>
              <a:ext uri="{FF2B5EF4-FFF2-40B4-BE49-F238E27FC236}">
                <a16:creationId xmlns:a16="http://schemas.microsoft.com/office/drawing/2014/main" id="{EBD3A6DF-7FC2-896F-5CEA-5A27A79EBCAA}"/>
              </a:ext>
            </a:extLst>
          </p:cNvPr>
          <p:cNvSpPr/>
          <p:nvPr/>
        </p:nvSpPr>
        <p:spPr>
          <a:xfrm>
            <a:off x="1500000" y="1730000"/>
            <a:ext cx="285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Report all now</a:t>
            </a:r>
          </a:p>
        </p:txBody>
      </p:sp>
      <p:sp>
        <p:nvSpPr>
          <p:cNvPr id="15040" name="Rectangle: Rounded Corners 15039">
            <a:extLst>
              <a:ext uri="{FF2B5EF4-FFF2-40B4-BE49-F238E27FC236}">
                <a16:creationId xmlns:a16="http://schemas.microsoft.com/office/drawing/2014/main" id="{0380AD04-8CB4-66C5-CE48-D5EE09F5BD54}"/>
              </a:ext>
            </a:extLst>
          </p:cNvPr>
          <p:cNvSpPr/>
          <p:nvPr/>
        </p:nvSpPr>
        <p:spPr>
          <a:xfrm>
            <a:off x="1500000" y="2130000"/>
            <a:ext cx="1600000" cy="436168"/>
          </a:xfrm>
          <a:prstGeom prst="round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D5E1F0"/>
                </a:solidFill>
                <a:effectLst/>
                <a:latin typeface="Arial" panose="020B0604020202020204" pitchFamily="34" charset="0"/>
              </a:rPr>
              <a:t>IN PARALLEL</a:t>
            </a:r>
          </a:p>
          <a:p>
            <a:pPr algn="ctr">
              <a:buNone/>
            </a:pPr>
            <a:r>
              <a:rPr lang="en-US" sz="100">
                <a:effectLst/>
              </a:rPr>
              <a:t> </a:t>
            </a:r>
            <a:endParaRPr lang="en-US"/>
          </a:p>
        </p:txBody>
      </p:sp>
      <p:sp>
        <p:nvSpPr>
          <p:cNvPr id="15072" name="Rectangle 15071">
            <a:extLst>
              <a:ext uri="{FF2B5EF4-FFF2-40B4-BE49-F238E27FC236}">
                <a16:creationId xmlns:a16="http://schemas.microsoft.com/office/drawing/2014/main" id="{7E61D5D7-941E-C086-F925-3A058FE1E666}"/>
              </a:ext>
            </a:extLst>
          </p:cNvPr>
          <p:cNvSpPr/>
          <p:nvPr/>
        </p:nvSpPr>
        <p:spPr>
          <a:xfrm>
            <a:off x="4450000" y="174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Transparency fast; no one can accuse you of concealment, and the clocks stop ticking.</a:t>
            </a:r>
          </a:p>
        </p:txBody>
      </p:sp>
      <p:sp>
        <p:nvSpPr>
          <p:cNvPr id="15105" name="Rectangle 15104">
            <a:extLst>
              <a:ext uri="{FF2B5EF4-FFF2-40B4-BE49-F238E27FC236}">
                <a16:creationId xmlns:a16="http://schemas.microsoft.com/office/drawing/2014/main" id="{6D7D8C6D-4D9D-AAE9-C4A9-520650A35ED2}"/>
              </a:ext>
            </a:extLst>
          </p:cNvPr>
          <p:cNvSpPr/>
          <p:nvPr/>
        </p:nvSpPr>
        <p:spPr>
          <a:xfrm>
            <a:off x="8050000" y="174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Reporting the attacker's unverified claims as fact can mislead regulators and customers — and you can't retract it.</a:t>
            </a:r>
          </a:p>
        </p:txBody>
      </p:sp>
      <p:sp>
        <p:nvSpPr>
          <p:cNvPr id="15139" name="Rectangle 15138">
            <a:extLst>
              <a:ext uri="{FF2B5EF4-FFF2-40B4-BE49-F238E27FC236}">
                <a16:creationId xmlns:a16="http://schemas.microsoft.com/office/drawing/2014/main" id="{9C97E52D-B0E2-04A4-5726-5147F89E27ED}"/>
              </a:ext>
            </a:extLst>
          </p:cNvPr>
          <p:cNvSpPr/>
          <p:nvPr/>
        </p:nvSpPr>
        <p:spPr>
          <a:xfrm>
            <a:off x="609600" y="2750000"/>
            <a:ext cx="10972800" cy="10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74" name="Oval 15173">
            <a:extLst>
              <a:ext uri="{FF2B5EF4-FFF2-40B4-BE49-F238E27FC236}">
                <a16:creationId xmlns:a16="http://schemas.microsoft.com/office/drawing/2014/main" id="{D564ED11-180D-EB27-3815-26AD2D222F08}"/>
              </a:ext>
            </a:extLst>
          </p:cNvPr>
          <p:cNvSpPr/>
          <p:nvPr/>
        </p:nvSpPr>
        <p:spPr>
          <a:xfrm>
            <a:off x="790000" y="2975680"/>
            <a:ext cx="548640" cy="548640"/>
          </a:xfrm>
          <a:prstGeom prst="ellipse">
            <a:avLst/>
          </a:prstGeom>
          <a:solidFill>
            <a:srgbClr val="000025"/>
          </a:solidFill>
          <a:ln w="1905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78DCFF"/>
                </a:solidFill>
                <a:effectLst/>
                <a:latin typeface="Arial" panose="020B0604020202020204" pitchFamily="34" charset="0"/>
              </a:rPr>
              <a:t>B</a:t>
            </a:r>
          </a:p>
          <a:p>
            <a:pPr algn="ctr">
              <a:buNone/>
            </a:pPr>
            <a:r>
              <a:rPr lang="en-US" sz="100">
                <a:effectLst/>
              </a:rPr>
              <a:t> </a:t>
            </a:r>
            <a:endParaRPr lang="en-US"/>
          </a:p>
        </p:txBody>
      </p:sp>
      <p:sp>
        <p:nvSpPr>
          <p:cNvPr id="15210" name="Rectangle 15209">
            <a:extLst>
              <a:ext uri="{FF2B5EF4-FFF2-40B4-BE49-F238E27FC236}">
                <a16:creationId xmlns:a16="http://schemas.microsoft.com/office/drawing/2014/main" id="{58D0F90F-32E7-D804-5695-A784CD851211}"/>
              </a:ext>
            </a:extLst>
          </p:cNvPr>
          <p:cNvSpPr/>
          <p:nvPr/>
        </p:nvSpPr>
        <p:spPr>
          <a:xfrm>
            <a:off x="1500000" y="2840000"/>
            <a:ext cx="285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Recovery first, report late</a:t>
            </a:r>
          </a:p>
        </p:txBody>
      </p:sp>
      <p:sp>
        <p:nvSpPr>
          <p:cNvPr id="15247" name="Rectangle: Rounded Corners 15246">
            <a:extLst>
              <a:ext uri="{FF2B5EF4-FFF2-40B4-BE49-F238E27FC236}">
                <a16:creationId xmlns:a16="http://schemas.microsoft.com/office/drawing/2014/main" id="{310D9DD8-3063-072A-F2ED-A8D07F279061}"/>
              </a:ext>
            </a:extLst>
          </p:cNvPr>
          <p:cNvSpPr/>
          <p:nvPr/>
        </p:nvSpPr>
        <p:spPr>
          <a:xfrm>
            <a:off x="1500000" y="3240000"/>
            <a:ext cx="1600000" cy="436168"/>
          </a:xfrm>
          <a:prstGeom prst="round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000025"/>
                </a:solidFill>
                <a:effectLst/>
                <a:latin typeface="Arial" panose="020B0604020202020204" pitchFamily="34" charset="0"/>
              </a:rPr>
              <a:t>RISKY</a:t>
            </a:r>
          </a:p>
        </p:txBody>
      </p:sp>
      <p:sp>
        <p:nvSpPr>
          <p:cNvPr id="15285" name="Rectangle 15284">
            <a:extLst>
              <a:ext uri="{FF2B5EF4-FFF2-40B4-BE49-F238E27FC236}">
                <a16:creationId xmlns:a16="http://schemas.microsoft.com/office/drawing/2014/main" id="{3DCFCD34-4BD0-017F-C1C5-70667F50AE26}"/>
              </a:ext>
            </a:extLst>
          </p:cNvPr>
          <p:cNvSpPr/>
          <p:nvPr/>
        </p:nvSpPr>
        <p:spPr>
          <a:xfrm>
            <a:off x="4450000" y="285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Puts customers and restoration first while the facts are still a mess.</a:t>
            </a:r>
          </a:p>
        </p:txBody>
      </p:sp>
      <p:sp>
        <p:nvSpPr>
          <p:cNvPr id="15324" name="Rectangle 15323">
            <a:extLst>
              <a:ext uri="{FF2B5EF4-FFF2-40B4-BE49-F238E27FC236}">
                <a16:creationId xmlns:a16="http://schemas.microsoft.com/office/drawing/2014/main" id="{AA06C38D-3DD8-F4F5-D163-108AB0E0AC09}"/>
              </a:ext>
            </a:extLst>
          </p:cNvPr>
          <p:cNvSpPr/>
          <p:nvPr/>
        </p:nvSpPr>
        <p:spPr>
          <a:xfrm>
            <a:off x="8050000" y="285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Late or missed statutory reporting is its own offence — and signals poor governance to insurer and regulator alike.</a:t>
            </a:r>
          </a:p>
        </p:txBody>
      </p:sp>
      <p:sp>
        <p:nvSpPr>
          <p:cNvPr id="15364" name="Rectangle 15363">
            <a:extLst>
              <a:ext uri="{FF2B5EF4-FFF2-40B4-BE49-F238E27FC236}">
                <a16:creationId xmlns:a16="http://schemas.microsoft.com/office/drawing/2014/main" id="{AD2FDFA6-54B7-1239-3E47-8BD29D0ADCBE}"/>
              </a:ext>
            </a:extLst>
          </p:cNvPr>
          <p:cNvSpPr/>
          <p:nvPr/>
        </p:nvSpPr>
        <p:spPr>
          <a:xfrm>
            <a:off x="609600" y="3860000"/>
            <a:ext cx="10972800" cy="10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05" name="Oval 15404">
            <a:extLst>
              <a:ext uri="{FF2B5EF4-FFF2-40B4-BE49-F238E27FC236}">
                <a16:creationId xmlns:a16="http://schemas.microsoft.com/office/drawing/2014/main" id="{A89B0C08-78BE-4756-F7FA-AE4C171B2C39}"/>
              </a:ext>
            </a:extLst>
          </p:cNvPr>
          <p:cNvSpPr/>
          <p:nvPr/>
        </p:nvSpPr>
        <p:spPr>
          <a:xfrm>
            <a:off x="790000" y="4085680"/>
            <a:ext cx="548640" cy="548640"/>
          </a:xfrm>
          <a:prstGeom prst="ellipse">
            <a:avLst/>
          </a:prstGeom>
          <a:solidFill>
            <a:srgbClr val="000025"/>
          </a:solidFill>
          <a:ln w="1905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78DCFF"/>
                </a:solidFill>
                <a:effectLst/>
                <a:latin typeface="Arial" panose="020B0604020202020204" pitchFamily="34" charset="0"/>
              </a:rPr>
              <a:t>C</a:t>
            </a:r>
          </a:p>
          <a:p>
            <a:pPr algn="ctr">
              <a:buNone/>
            </a:pPr>
            <a:r>
              <a:rPr lang="en-US" sz="100">
                <a:effectLst/>
              </a:rPr>
              <a:t> </a:t>
            </a:r>
            <a:endParaRPr lang="en-US"/>
          </a:p>
        </p:txBody>
      </p:sp>
      <p:sp>
        <p:nvSpPr>
          <p:cNvPr id="15447" name="Rectangle 15446">
            <a:extLst>
              <a:ext uri="{FF2B5EF4-FFF2-40B4-BE49-F238E27FC236}">
                <a16:creationId xmlns:a16="http://schemas.microsoft.com/office/drawing/2014/main" id="{7428D7C8-AEA0-1A15-F154-8F19AA9B3882}"/>
              </a:ext>
            </a:extLst>
          </p:cNvPr>
          <p:cNvSpPr/>
          <p:nvPr/>
        </p:nvSpPr>
        <p:spPr>
          <a:xfrm>
            <a:off x="1500000" y="3950000"/>
            <a:ext cx="285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Protect the cover</a:t>
            </a:r>
          </a:p>
        </p:txBody>
      </p:sp>
      <p:sp>
        <p:nvSpPr>
          <p:cNvPr id="15490" name="Rectangle: Rounded Corners 15489">
            <a:extLst>
              <a:ext uri="{FF2B5EF4-FFF2-40B4-BE49-F238E27FC236}">
                <a16:creationId xmlns:a16="http://schemas.microsoft.com/office/drawing/2014/main" id="{31C17A32-4914-7B7C-3ACE-741C308DFB26}"/>
              </a:ext>
            </a:extLst>
          </p:cNvPr>
          <p:cNvSpPr/>
          <p:nvPr/>
        </p:nvSpPr>
        <p:spPr>
          <a:xfrm>
            <a:off x="1500000" y="4350000"/>
            <a:ext cx="1600000" cy="436168"/>
          </a:xfrm>
          <a:prstGeom prst="round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D5E1F0"/>
                </a:solidFill>
                <a:effectLst/>
                <a:latin typeface="Arial" panose="020B0604020202020204" pitchFamily="34" charset="0"/>
              </a:rPr>
              <a:t>IN PARALLEL</a:t>
            </a:r>
          </a:p>
          <a:p>
            <a:pPr algn="ctr">
              <a:buNone/>
            </a:pPr>
            <a:r>
              <a:rPr lang="en-US" sz="100">
                <a:effectLst/>
              </a:rPr>
              <a:t> </a:t>
            </a:r>
            <a:endParaRPr lang="en-US"/>
          </a:p>
        </p:txBody>
      </p:sp>
      <p:sp>
        <p:nvSpPr>
          <p:cNvPr id="15534" name="Rectangle 15533">
            <a:extLst>
              <a:ext uri="{FF2B5EF4-FFF2-40B4-BE49-F238E27FC236}">
                <a16:creationId xmlns:a16="http://schemas.microsoft.com/office/drawing/2014/main" id="{14CDE69F-143B-0885-0F07-AB449564AD19}"/>
              </a:ext>
            </a:extLst>
          </p:cNvPr>
          <p:cNvSpPr/>
          <p:nvPr/>
        </p:nvSpPr>
        <p:spPr>
          <a:xfrm>
            <a:off x="4450000" y="396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Capturing the human-override test, AI decision log and governance evidence now may keep your insurance in force.</a:t>
            </a:r>
          </a:p>
        </p:txBody>
      </p:sp>
      <p:sp>
        <p:nvSpPr>
          <p:cNvPr id="15579" name="Rectangle 15578">
            <a:extLst>
              <a:ext uri="{FF2B5EF4-FFF2-40B4-BE49-F238E27FC236}">
                <a16:creationId xmlns:a16="http://schemas.microsoft.com/office/drawing/2014/main" id="{EF18924F-ABDE-4E0C-8D87-B4287EEF226C}"/>
              </a:ext>
            </a:extLst>
          </p:cNvPr>
          <p:cNvSpPr/>
          <p:nvPr/>
        </p:nvSpPr>
        <p:spPr>
          <a:xfrm>
            <a:off x="8050000" y="396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Don't let insurance positioning slow the duties you legally owe regulators and customers.</a:t>
            </a:r>
          </a:p>
        </p:txBody>
      </p:sp>
      <p:sp>
        <p:nvSpPr>
          <p:cNvPr id="15625" name="Rectangle 15624">
            <a:extLst>
              <a:ext uri="{FF2B5EF4-FFF2-40B4-BE49-F238E27FC236}">
                <a16:creationId xmlns:a16="http://schemas.microsoft.com/office/drawing/2014/main" id="{E61EB7BC-106E-D25F-4925-CF2F6288E08F}"/>
              </a:ext>
            </a:extLst>
          </p:cNvPr>
          <p:cNvSpPr/>
          <p:nvPr/>
        </p:nvSpPr>
        <p:spPr>
          <a:xfrm>
            <a:off x="609600" y="4970000"/>
            <a:ext cx="10972800" cy="10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72" name="Oval 15671">
            <a:extLst>
              <a:ext uri="{FF2B5EF4-FFF2-40B4-BE49-F238E27FC236}">
                <a16:creationId xmlns:a16="http://schemas.microsoft.com/office/drawing/2014/main" id="{A758E0B7-CDE0-C185-5862-395CE81E5FCE}"/>
              </a:ext>
            </a:extLst>
          </p:cNvPr>
          <p:cNvSpPr/>
          <p:nvPr/>
        </p:nvSpPr>
        <p:spPr>
          <a:xfrm>
            <a:off x="790000" y="5195680"/>
            <a:ext cx="548640" cy="548640"/>
          </a:xfrm>
          <a:prstGeom prst="ellipse">
            <a:avLst/>
          </a:prstGeom>
          <a:solidFill>
            <a:srgbClr val="000025"/>
          </a:solidFill>
          <a:ln w="1905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78DCFF"/>
                </a:solidFill>
                <a:effectLst/>
                <a:latin typeface="Arial" panose="020B0604020202020204" pitchFamily="34" charset="0"/>
              </a:rPr>
              <a:t>D</a:t>
            </a:r>
          </a:p>
          <a:p>
            <a:pPr algn="ctr">
              <a:buNone/>
            </a:pPr>
            <a:r>
              <a:rPr lang="en-US" sz="100">
                <a:effectLst/>
              </a:rPr>
              <a:t> </a:t>
            </a:r>
            <a:endParaRPr lang="en-US"/>
          </a:p>
        </p:txBody>
      </p:sp>
      <p:sp>
        <p:nvSpPr>
          <p:cNvPr id="15720" name="Rectangle 15719">
            <a:extLst>
              <a:ext uri="{FF2B5EF4-FFF2-40B4-BE49-F238E27FC236}">
                <a16:creationId xmlns:a16="http://schemas.microsoft.com/office/drawing/2014/main" id="{538379EA-5B80-1C5A-815C-A269D33EC9C9}"/>
              </a:ext>
            </a:extLst>
          </p:cNvPr>
          <p:cNvSpPr/>
          <p:nvPr/>
        </p:nvSpPr>
        <p:spPr>
          <a:xfrm>
            <a:off x="1500000" y="5060000"/>
            <a:ext cx="285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Coordinate the sequence</a:t>
            </a:r>
          </a:p>
        </p:txBody>
      </p:sp>
      <p:sp>
        <p:nvSpPr>
          <p:cNvPr id="15769" name="Rectangle: Rounded Corners 15768">
            <a:extLst>
              <a:ext uri="{FF2B5EF4-FFF2-40B4-BE49-F238E27FC236}">
                <a16:creationId xmlns:a16="http://schemas.microsoft.com/office/drawing/2014/main" id="{31B812AE-66F3-C956-473A-583E91A86F16}"/>
              </a:ext>
            </a:extLst>
          </p:cNvPr>
          <p:cNvSpPr/>
          <p:nvPr/>
        </p:nvSpPr>
        <p:spPr>
          <a:xfrm>
            <a:off x="1500000" y="5460000"/>
            <a:ext cx="1600000" cy="436168"/>
          </a:xfrm>
          <a:prstGeom prst="roundRect">
            <a:avLst/>
          </a:prstGeom>
          <a:solidFill>
            <a:srgbClr val="00AE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000025"/>
                </a:solidFill>
                <a:effectLst/>
                <a:latin typeface="Arial" panose="020B0604020202020204" pitchFamily="34" charset="0"/>
              </a:rPr>
              <a:t>BEST MOVE</a:t>
            </a:r>
          </a:p>
        </p:txBody>
      </p:sp>
      <p:sp>
        <p:nvSpPr>
          <p:cNvPr id="15819" name="Rectangle 15818">
            <a:extLst>
              <a:ext uri="{FF2B5EF4-FFF2-40B4-BE49-F238E27FC236}">
                <a16:creationId xmlns:a16="http://schemas.microsoft.com/office/drawing/2014/main" id="{FAF00C2D-5BF1-782B-4532-A5AFF43BAC54}"/>
              </a:ext>
            </a:extLst>
          </p:cNvPr>
          <p:cNvSpPr/>
          <p:nvPr/>
        </p:nvSpPr>
        <p:spPr>
          <a:xfrm>
            <a:off x="4450000" y="507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A few hours to verify, then report each duty — SOCI, NDB, AI-incident — on evidence, in the right order.</a:t>
            </a:r>
          </a:p>
        </p:txBody>
      </p:sp>
      <p:sp>
        <p:nvSpPr>
          <p:cNvPr id="15870" name="Rectangle 15869">
            <a:extLst>
              <a:ext uri="{FF2B5EF4-FFF2-40B4-BE49-F238E27FC236}">
                <a16:creationId xmlns:a16="http://schemas.microsoft.com/office/drawing/2014/main" id="{F05FD8BF-08A4-B53A-C0E6-27C565A7A4FB}"/>
              </a:ext>
            </a:extLst>
          </p:cNvPr>
          <p:cNvSpPr/>
          <p:nvPr/>
        </p:nvSpPr>
        <p:spPr>
          <a:xfrm>
            <a:off x="8050000" y="507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The clocks are already running; 'coordinated' must mean hours, not days, and documented throughout.</a:t>
            </a:r>
          </a:p>
        </p:txBody>
      </p:sp>
      <p:sp>
        <p:nvSpPr>
          <p:cNvPr id="90004" name="BestHighlight"/>
          <p:cNvSpPr/>
          <p:nvPr/>
        </p:nvSpPr>
        <p:spPr>
          <a:xfrm>
            <a:off x="609600" y="4970000"/>
            <a:ext cx="10972800" cy="1000000"/>
          </a:xfrm>
          <a:prstGeom prst="rect">
            <a:avLst/>
          </a:prstGeom>
          <a:noFill/>
          <a:ln w="28575">
            <a:solidFill>
              <a:srgbClr val="00AEFF"/>
            </a:solidFill>
          </a:ln>
        </p:spPr>
        <p:txBody>
          <a:bodyPr rtlCol="0"/>
          <a:lstStyle/>
          <a:p>
            <a:endParaRPr lang="en-US"/>
          </a:p>
        </p:txBody>
      </p:sp>
    </p:spTree>
    <p:extLst>
      <p:ext uri="{BB962C8B-B14F-4D97-AF65-F5344CB8AC3E}">
        <p14:creationId xmlns:p14="http://schemas.microsoft.com/office/powerpoint/2010/main" val="2960274399"/>
      </p:ext>
    </p:extLst>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15040"/>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1507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10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24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28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32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49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53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57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76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81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87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900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40" grpId="0"/>
      <p:bldP spid="15072" grpId="0"/>
      <p:bldP spid="15105" grpId="0"/>
      <p:bldP spid="15247" grpId="0"/>
      <p:bldP spid="15285" grpId="0"/>
      <p:bldP spid="15324" grpId="0"/>
      <p:bldP spid="15490" grpId="0"/>
      <p:bldP spid="15534" grpId="0"/>
      <p:bldP spid="15579" grpId="0"/>
      <p:bldP spid="15769" grpId="0"/>
      <p:bldP spid="15819" grpId="0"/>
      <p:bldP spid="15870" grpId="0"/>
      <p:bldP spid="90004"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0025"/>
        </a:solidFill>
        <a:effectLst/>
      </p:bgPr>
    </p:bg>
    <p:spTree>
      <p:nvGrpSpPr>
        <p:cNvPr id="1" name=""/>
        <p:cNvGrpSpPr/>
        <p:nvPr/>
      </p:nvGrpSpPr>
      <p:grpSpPr>
        <a:xfrm>
          <a:off x="0" y="0"/>
          <a:ext cx="0" cy="0"/>
          <a:chOff x="0" y="0"/>
          <a:chExt cx="0" cy="0"/>
        </a:xfrm>
      </p:grpSpPr>
      <p:sp>
        <p:nvSpPr>
          <p:cNvPr id="23107" name="Rectangle 23106">
            <a:extLst>
              <a:ext uri="{FF2B5EF4-FFF2-40B4-BE49-F238E27FC236}">
                <a16:creationId xmlns:a16="http://schemas.microsoft.com/office/drawing/2014/main" id="{D34D8D05-548F-2F8F-520E-DC9D1DCB9202}"/>
              </a:ext>
            </a:extLst>
          </p:cNvPr>
          <p:cNvSpPr/>
          <p:nvPr/>
        </p:nvSpPr>
        <p:spPr>
          <a:xfrm>
            <a:off x="609600" y="236000"/>
            <a:ext cx="10972800" cy="2593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INJECT 5 · THE BOARD · SUNDAY 11:00</a:t>
            </a:r>
          </a:p>
        </p:txBody>
      </p:sp>
      <p:sp>
        <p:nvSpPr>
          <p:cNvPr id="23141" name="Rectangle 23140">
            <a:extLst>
              <a:ext uri="{FF2B5EF4-FFF2-40B4-BE49-F238E27FC236}">
                <a16:creationId xmlns:a16="http://schemas.microsoft.com/office/drawing/2014/main" id="{6644EA79-DFE5-10F5-1151-1A4555F0E8E3}"/>
              </a:ext>
            </a:extLst>
          </p:cNvPr>
          <p:cNvSpPr/>
          <p:nvPr/>
        </p:nvSpPr>
        <p:spPr>
          <a:xfrm>
            <a:off x="609600" y="495300"/>
            <a:ext cx="10972800"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Arial" panose="020B0604020202020204" pitchFamily="34" charset="0"/>
              </a:rPr>
              <a:t>Do we even keep using this?</a:t>
            </a:r>
          </a:p>
        </p:txBody>
      </p:sp>
      <p:sp>
        <p:nvSpPr>
          <p:cNvPr id="23176" name="Rectangle 23175">
            <a:extLst>
              <a:ext uri="{FF2B5EF4-FFF2-40B4-BE49-F238E27FC236}">
                <a16:creationId xmlns:a16="http://schemas.microsoft.com/office/drawing/2014/main" id="{F4A743A7-7B5A-8040-F518-3DDD30C6118D}"/>
              </a:ext>
            </a:extLst>
          </p:cNvPr>
          <p:cNvSpPr/>
          <p:nvPr/>
        </p:nvSpPr>
        <p:spPr>
          <a:xfrm>
            <a:off x="609600" y="1104900"/>
            <a:ext cx="10972800" cy="9525"/>
          </a:xfrm>
          <a:prstGeom prst="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12" name="Rectangle 23211">
            <a:extLst>
              <a:ext uri="{FF2B5EF4-FFF2-40B4-BE49-F238E27FC236}">
                <a16:creationId xmlns:a16="http://schemas.microsoft.com/office/drawing/2014/main" id="{C74DA726-4A71-10DC-1710-8B35CDED94E1}"/>
              </a:ext>
            </a:extLst>
          </p:cNvPr>
          <p:cNvSpPr/>
          <p:nvPr/>
        </p:nvSpPr>
        <p:spPr>
          <a:xfrm>
            <a:off x="11100000" y="6400000"/>
            <a:ext cx="500000" cy="2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9FB3CC"/>
                </a:solidFill>
                <a:effectLst/>
                <a:latin typeface="Arial" panose="020B0604020202020204" pitchFamily="34" charset="0"/>
              </a:rPr>
              <a:t>20</a:t>
            </a:r>
          </a:p>
        </p:txBody>
      </p:sp>
      <p:sp>
        <p:nvSpPr>
          <p:cNvPr id="23249" name="Rectangle 23248">
            <a:extLst>
              <a:ext uri="{FF2B5EF4-FFF2-40B4-BE49-F238E27FC236}">
                <a16:creationId xmlns:a16="http://schemas.microsoft.com/office/drawing/2014/main" id="{CE4C722E-F2C7-8B5E-8C69-B8B3C7145A57}"/>
              </a:ext>
            </a:extLst>
          </p:cNvPr>
          <p:cNvSpPr/>
          <p:nvPr/>
        </p:nvSpPr>
        <p:spPr>
          <a:xfrm>
            <a:off x="609600" y="1400000"/>
            <a:ext cx="5334000" cy="475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87" name="Rectangle 23286">
            <a:extLst>
              <a:ext uri="{FF2B5EF4-FFF2-40B4-BE49-F238E27FC236}">
                <a16:creationId xmlns:a16="http://schemas.microsoft.com/office/drawing/2014/main" id="{AF66624D-522C-5294-6943-03F189571867}"/>
              </a:ext>
            </a:extLst>
          </p:cNvPr>
          <p:cNvSpPr/>
          <p:nvPr/>
        </p:nvSpPr>
        <p:spPr>
          <a:xfrm>
            <a:off x="838200" y="1540000"/>
            <a:ext cx="3000000" cy="3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SITUATION</a:t>
            </a:r>
          </a:p>
          <a:p>
            <a:pPr algn="l">
              <a:buNone/>
            </a:pPr>
            <a:r>
              <a:rPr lang="en-US" sz="100">
                <a:effectLst/>
              </a:rPr>
              <a:t> </a:t>
            </a:r>
            <a:endParaRPr lang="en-US"/>
          </a:p>
        </p:txBody>
      </p:sp>
      <p:sp>
        <p:nvSpPr>
          <p:cNvPr id="23326" name="Rectangle 23325">
            <a:extLst>
              <a:ext uri="{FF2B5EF4-FFF2-40B4-BE49-F238E27FC236}">
                <a16:creationId xmlns:a16="http://schemas.microsoft.com/office/drawing/2014/main" id="{025DC46C-DDED-BA6D-67B6-436285464966}"/>
              </a:ext>
            </a:extLst>
          </p:cNvPr>
          <p:cNvSpPr/>
          <p:nvPr/>
        </p:nvSpPr>
        <p:spPr>
          <a:xfrm>
            <a:off x="838200" y="1880000"/>
            <a:ext cx="4876800" cy="3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D5E1F0"/>
                </a:solidFill>
                <a:effectLst/>
                <a:latin typeface="Arial" panose="020B0604020202020204" pitchFamily="34" charset="0"/>
              </a:rPr>
              <a:t>•  The attack used your own AI estate, an AI-faked contractor, and came within one weak password of the water controls.</a:t>
            </a:r>
          </a:p>
          <a:p>
            <a:pPr algn="l">
              <a:buNone/>
            </a:pPr>
            <a:r>
              <a:rPr lang="en-US" sz="1600">
                <a:solidFill>
                  <a:srgbClr val="D5E1F0"/>
                </a:solidFill>
                <a:effectLst/>
                <a:latin typeface="Arial" panose="020B0604020202020204" pitchFamily="34" charset="0"/>
              </a:rPr>
              <a:t>•  A deepfaked video of your CEO is 'reassuring customers' and moving the market; a minister and the regulator want answers today.</a:t>
            </a:r>
          </a:p>
          <a:p>
            <a:pPr algn="l">
              <a:buNone/>
            </a:pPr>
            <a:r>
              <a:rPr lang="en-US" sz="1600">
                <a:solidFill>
                  <a:srgbClr val="D5E1F0"/>
                </a:solidFill>
                <a:effectLst/>
                <a:latin typeface="Arial" panose="020B0604020202020204" pitchFamily="34" charset="0"/>
              </a:rPr>
              <a:t>•  Agentic AI is also what makes the business competitive — pausing it has a real cost; keeping it keeps the risk.</a:t>
            </a:r>
          </a:p>
          <a:p>
            <a:pPr algn="l">
              <a:buNone/>
            </a:pPr>
            <a:r>
              <a:rPr lang="en-US" sz="1600">
                <a:solidFill>
                  <a:srgbClr val="D5E1F0"/>
                </a:solidFill>
                <a:effectLst/>
                <a:latin typeface="Arial" panose="020B0604020202020204" pitchFamily="34" charset="0"/>
              </a:rPr>
              <a:t>•  Insurance cover is uncertain, and attacks now out-pace human decision loops. The board must set the stance.</a:t>
            </a:r>
          </a:p>
        </p:txBody>
      </p:sp>
      <p:sp>
        <p:nvSpPr>
          <p:cNvPr id="23366" name="Rectangle 23365">
            <a:extLst>
              <a:ext uri="{FF2B5EF4-FFF2-40B4-BE49-F238E27FC236}">
                <a16:creationId xmlns:a16="http://schemas.microsoft.com/office/drawing/2014/main" id="{8986CA60-5025-9E93-A8A8-F1A26E5AA2E5}"/>
              </a:ext>
            </a:extLst>
          </p:cNvPr>
          <p:cNvSpPr/>
          <p:nvPr/>
        </p:nvSpPr>
        <p:spPr>
          <a:xfrm>
            <a:off x="838200" y="5380000"/>
            <a:ext cx="4876800" cy="5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a:solidFill>
                  <a:srgbClr val="78DCFF"/>
                </a:solidFill>
                <a:effectLst/>
                <a:latin typeface="Arial" panose="020B0604020202020204" pitchFamily="34" charset="0"/>
              </a:rPr>
              <a:t>What is your priority?</a:t>
            </a:r>
          </a:p>
          <a:p>
            <a:pPr algn="l">
              <a:buNone/>
            </a:pPr>
            <a:r>
              <a:rPr lang="en-US" sz="100">
                <a:effectLst/>
              </a:rPr>
              <a:t> </a:t>
            </a:r>
            <a:endParaRPr lang="en-US"/>
          </a:p>
        </p:txBody>
      </p:sp>
      <p:sp>
        <p:nvSpPr>
          <p:cNvPr id="23407" name="Rectangle 23406">
            <a:extLst>
              <a:ext uri="{FF2B5EF4-FFF2-40B4-BE49-F238E27FC236}">
                <a16:creationId xmlns:a16="http://schemas.microsoft.com/office/drawing/2014/main" id="{B7EA607C-D425-BB26-3863-5D360F1C921F}"/>
              </a:ext>
            </a:extLst>
          </p:cNvPr>
          <p:cNvSpPr/>
          <p:nvPr/>
        </p:nvSpPr>
        <p:spPr>
          <a:xfrm>
            <a:off x="6200000" y="1400000"/>
            <a:ext cx="5382400" cy="106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49" name="Oval 23448">
            <a:extLst>
              <a:ext uri="{FF2B5EF4-FFF2-40B4-BE49-F238E27FC236}">
                <a16:creationId xmlns:a16="http://schemas.microsoft.com/office/drawing/2014/main" id="{D9CD1183-D2CC-2858-C832-C224B0870E8F}"/>
              </a:ext>
            </a:extLst>
          </p:cNvPr>
          <p:cNvSpPr/>
          <p:nvPr/>
        </p:nvSpPr>
        <p:spPr>
          <a:xfrm>
            <a:off x="6380000" y="1609960"/>
            <a:ext cx="640080" cy="640080"/>
          </a:xfrm>
          <a:prstGeom prst="ellipse">
            <a:avLst/>
          </a:prstGeom>
          <a:solidFill>
            <a:srgbClr val="000025"/>
          </a:solidFill>
          <a:ln w="254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A</a:t>
            </a:r>
          </a:p>
          <a:p>
            <a:pPr algn="ctr">
              <a:buNone/>
            </a:pPr>
            <a:r>
              <a:rPr lang="en-US" sz="100">
                <a:effectLst/>
              </a:rPr>
              <a:t> </a:t>
            </a:r>
            <a:endParaRPr lang="en-US"/>
          </a:p>
        </p:txBody>
      </p:sp>
      <p:sp>
        <p:nvSpPr>
          <p:cNvPr id="23492" name="Rectangle 23491">
            <a:extLst>
              <a:ext uri="{FF2B5EF4-FFF2-40B4-BE49-F238E27FC236}">
                <a16:creationId xmlns:a16="http://schemas.microsoft.com/office/drawing/2014/main" id="{5E06A788-1C8B-F10E-9CF3-CAF97341D497}"/>
              </a:ext>
            </a:extLst>
          </p:cNvPr>
          <p:cNvSpPr/>
          <p:nvPr/>
        </p:nvSpPr>
        <p:spPr>
          <a:xfrm>
            <a:off x="7200000" y="1480000"/>
            <a:ext cx="425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Pause all agentic AI across the business pending review</a:t>
            </a:r>
          </a:p>
        </p:txBody>
      </p:sp>
      <p:sp>
        <p:nvSpPr>
          <p:cNvPr id="23536" name="Rectangle 23535">
            <a:extLst>
              <a:ext uri="{FF2B5EF4-FFF2-40B4-BE49-F238E27FC236}">
                <a16:creationId xmlns:a16="http://schemas.microsoft.com/office/drawing/2014/main" id="{3BA57E19-3682-1CBC-53D6-1C74C16B0B5A}"/>
              </a:ext>
            </a:extLst>
          </p:cNvPr>
          <p:cNvSpPr/>
          <p:nvPr/>
        </p:nvSpPr>
        <p:spPr>
          <a:xfrm>
            <a:off x="6200000" y="2630000"/>
            <a:ext cx="5382400" cy="106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81" name="Oval 23580">
            <a:extLst>
              <a:ext uri="{FF2B5EF4-FFF2-40B4-BE49-F238E27FC236}">
                <a16:creationId xmlns:a16="http://schemas.microsoft.com/office/drawing/2014/main" id="{2E5D8129-3C77-6A89-6E8D-F33997DDB2FA}"/>
              </a:ext>
            </a:extLst>
          </p:cNvPr>
          <p:cNvSpPr/>
          <p:nvPr/>
        </p:nvSpPr>
        <p:spPr>
          <a:xfrm>
            <a:off x="6380000" y="2839960"/>
            <a:ext cx="640080" cy="640080"/>
          </a:xfrm>
          <a:prstGeom prst="ellipse">
            <a:avLst/>
          </a:prstGeom>
          <a:solidFill>
            <a:srgbClr val="000025"/>
          </a:solidFill>
          <a:ln w="254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B</a:t>
            </a:r>
          </a:p>
          <a:p>
            <a:pPr algn="ctr">
              <a:buNone/>
            </a:pPr>
            <a:r>
              <a:rPr lang="en-US" sz="100">
                <a:effectLst/>
              </a:rPr>
              <a:t> </a:t>
            </a:r>
            <a:endParaRPr lang="en-US"/>
          </a:p>
        </p:txBody>
      </p:sp>
      <p:sp>
        <p:nvSpPr>
          <p:cNvPr id="23627" name="Rectangle 23626">
            <a:extLst>
              <a:ext uri="{FF2B5EF4-FFF2-40B4-BE49-F238E27FC236}">
                <a16:creationId xmlns:a16="http://schemas.microsoft.com/office/drawing/2014/main" id="{6ED255E3-D75B-24A5-1F68-672EDF3BFF99}"/>
              </a:ext>
            </a:extLst>
          </p:cNvPr>
          <p:cNvSpPr/>
          <p:nvPr/>
        </p:nvSpPr>
        <p:spPr>
          <a:xfrm>
            <a:off x="7200000" y="2710000"/>
            <a:ext cx="425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Accept the risk and press on — it's the cost of doing business</a:t>
            </a:r>
          </a:p>
        </p:txBody>
      </p:sp>
      <p:sp>
        <p:nvSpPr>
          <p:cNvPr id="23674" name="Rectangle 23673">
            <a:extLst>
              <a:ext uri="{FF2B5EF4-FFF2-40B4-BE49-F238E27FC236}">
                <a16:creationId xmlns:a16="http://schemas.microsoft.com/office/drawing/2014/main" id="{527CCC99-9BD0-94FF-BCB2-B88A4E563979}"/>
              </a:ext>
            </a:extLst>
          </p:cNvPr>
          <p:cNvSpPr/>
          <p:nvPr/>
        </p:nvSpPr>
        <p:spPr>
          <a:xfrm>
            <a:off x="6200000" y="3860000"/>
            <a:ext cx="5382400" cy="106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22" name="Oval 23721">
            <a:extLst>
              <a:ext uri="{FF2B5EF4-FFF2-40B4-BE49-F238E27FC236}">
                <a16:creationId xmlns:a16="http://schemas.microsoft.com/office/drawing/2014/main" id="{A9B98ECE-0702-8254-6636-1A132C252E72}"/>
              </a:ext>
            </a:extLst>
          </p:cNvPr>
          <p:cNvSpPr/>
          <p:nvPr/>
        </p:nvSpPr>
        <p:spPr>
          <a:xfrm>
            <a:off x="6380000" y="4069960"/>
            <a:ext cx="640080" cy="640080"/>
          </a:xfrm>
          <a:prstGeom prst="ellipse">
            <a:avLst/>
          </a:prstGeom>
          <a:solidFill>
            <a:srgbClr val="000025"/>
          </a:solidFill>
          <a:ln w="254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C</a:t>
            </a:r>
          </a:p>
          <a:p>
            <a:pPr algn="ctr">
              <a:buNone/>
            </a:pPr>
            <a:r>
              <a:rPr lang="en-US" sz="100">
                <a:effectLst/>
              </a:rPr>
              <a:t> </a:t>
            </a:r>
            <a:endParaRPr lang="en-US"/>
          </a:p>
        </p:txBody>
      </p:sp>
      <p:sp>
        <p:nvSpPr>
          <p:cNvPr id="23771" name="Rectangle 23770">
            <a:extLst>
              <a:ext uri="{FF2B5EF4-FFF2-40B4-BE49-F238E27FC236}">
                <a16:creationId xmlns:a16="http://schemas.microsoft.com/office/drawing/2014/main" id="{94F96EAB-412A-3E84-248E-53C78E0FB626}"/>
              </a:ext>
            </a:extLst>
          </p:cNvPr>
          <p:cNvSpPr/>
          <p:nvPr/>
        </p:nvSpPr>
        <p:spPr>
          <a:xfrm>
            <a:off x="7200000" y="3940000"/>
            <a:ext cx="425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Keep agentic AI, but mandate governance and overrides</a:t>
            </a:r>
          </a:p>
        </p:txBody>
      </p:sp>
      <p:sp>
        <p:nvSpPr>
          <p:cNvPr id="23821" name="Rectangle 23820">
            <a:extLst>
              <a:ext uri="{FF2B5EF4-FFF2-40B4-BE49-F238E27FC236}">
                <a16:creationId xmlns:a16="http://schemas.microsoft.com/office/drawing/2014/main" id="{074932FE-F7E2-F778-61F2-33ECCBA2160F}"/>
              </a:ext>
            </a:extLst>
          </p:cNvPr>
          <p:cNvSpPr/>
          <p:nvPr/>
        </p:nvSpPr>
        <p:spPr>
          <a:xfrm>
            <a:off x="6200000" y="5090000"/>
            <a:ext cx="5382400" cy="106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72" name="Oval 23871">
            <a:extLst>
              <a:ext uri="{FF2B5EF4-FFF2-40B4-BE49-F238E27FC236}">
                <a16:creationId xmlns:a16="http://schemas.microsoft.com/office/drawing/2014/main" id="{12526492-AA0F-5CA4-7186-5D333C3D7F93}"/>
              </a:ext>
            </a:extLst>
          </p:cNvPr>
          <p:cNvSpPr/>
          <p:nvPr/>
        </p:nvSpPr>
        <p:spPr>
          <a:xfrm>
            <a:off x="6380000" y="5299960"/>
            <a:ext cx="640080" cy="640080"/>
          </a:xfrm>
          <a:prstGeom prst="ellipse">
            <a:avLst/>
          </a:prstGeom>
          <a:solidFill>
            <a:srgbClr val="000025"/>
          </a:solidFill>
          <a:ln w="254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D</a:t>
            </a:r>
          </a:p>
          <a:p>
            <a:pPr algn="ctr">
              <a:buNone/>
            </a:pPr>
            <a:r>
              <a:rPr lang="en-US" sz="100">
                <a:effectLst/>
              </a:rPr>
              <a:t> </a:t>
            </a:r>
            <a:endParaRPr lang="en-US"/>
          </a:p>
        </p:txBody>
      </p:sp>
      <p:sp>
        <p:nvSpPr>
          <p:cNvPr id="23924" name="Rectangle 23923">
            <a:extLst>
              <a:ext uri="{FF2B5EF4-FFF2-40B4-BE49-F238E27FC236}">
                <a16:creationId xmlns:a16="http://schemas.microsoft.com/office/drawing/2014/main" id="{3E460B76-DD6A-487A-A2D3-71ADC60A933D}"/>
              </a:ext>
            </a:extLst>
          </p:cNvPr>
          <p:cNvSpPr/>
          <p:nvPr/>
        </p:nvSpPr>
        <p:spPr>
          <a:xfrm>
            <a:off x="7200000" y="5170000"/>
            <a:ext cx="425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Get ahead of it: regulator, market and an independent review</a:t>
            </a:r>
          </a:p>
        </p:txBody>
      </p:sp>
    </p:spTree>
    <p:extLst>
      <p:ext uri="{BB962C8B-B14F-4D97-AF65-F5344CB8AC3E}">
        <p14:creationId xmlns:p14="http://schemas.microsoft.com/office/powerpoint/2010/main" val="26410073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0025"/>
        </a:solidFill>
        <a:effectLst/>
      </p:bgPr>
    </p:bg>
    <p:spTree>
      <p:nvGrpSpPr>
        <p:cNvPr id="1" name=""/>
        <p:cNvGrpSpPr/>
        <p:nvPr/>
      </p:nvGrpSpPr>
      <p:grpSpPr>
        <a:xfrm>
          <a:off x="0" y="0"/>
          <a:ext cx="0" cy="0"/>
          <a:chOff x="0" y="0"/>
          <a:chExt cx="0" cy="0"/>
        </a:xfrm>
      </p:grpSpPr>
      <p:sp>
        <p:nvSpPr>
          <p:cNvPr id="23977" name="Rectangle 23976">
            <a:extLst>
              <a:ext uri="{FF2B5EF4-FFF2-40B4-BE49-F238E27FC236}">
                <a16:creationId xmlns:a16="http://schemas.microsoft.com/office/drawing/2014/main" id="{1B4ACD67-0D75-215A-5E7A-1E39D0382B21}"/>
              </a:ext>
            </a:extLst>
          </p:cNvPr>
          <p:cNvSpPr/>
          <p:nvPr/>
        </p:nvSpPr>
        <p:spPr>
          <a:xfrm>
            <a:off x="609600" y="236000"/>
            <a:ext cx="10972800" cy="2593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INJECT 5 · OPTION CONSIDERATIONS</a:t>
            </a:r>
          </a:p>
          <a:p>
            <a:pPr algn="l">
              <a:buNone/>
            </a:pPr>
            <a:r>
              <a:rPr lang="en-US" sz="100">
                <a:effectLst/>
              </a:rPr>
              <a:t> </a:t>
            </a:r>
            <a:endParaRPr lang="en-US"/>
          </a:p>
        </p:txBody>
      </p:sp>
      <p:sp>
        <p:nvSpPr>
          <p:cNvPr id="24031" name="Rectangle 24030">
            <a:extLst>
              <a:ext uri="{FF2B5EF4-FFF2-40B4-BE49-F238E27FC236}">
                <a16:creationId xmlns:a16="http://schemas.microsoft.com/office/drawing/2014/main" id="{8CE57664-B4E3-3A25-C10A-CFFA4BA7A11F}"/>
              </a:ext>
            </a:extLst>
          </p:cNvPr>
          <p:cNvSpPr/>
          <p:nvPr/>
        </p:nvSpPr>
        <p:spPr>
          <a:xfrm>
            <a:off x="609600" y="495300"/>
            <a:ext cx="10972800"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Arial" panose="020B0604020202020204" pitchFamily="34" charset="0"/>
              </a:rPr>
              <a:t>Option considerations</a:t>
            </a:r>
          </a:p>
          <a:p>
            <a:pPr algn="l">
              <a:buNone/>
            </a:pPr>
            <a:r>
              <a:rPr lang="en-US" sz="100">
                <a:effectLst/>
              </a:rPr>
              <a:t> </a:t>
            </a:r>
            <a:endParaRPr lang="en-US"/>
          </a:p>
        </p:txBody>
      </p:sp>
      <p:sp>
        <p:nvSpPr>
          <p:cNvPr id="24086" name="Rectangle 24085">
            <a:extLst>
              <a:ext uri="{FF2B5EF4-FFF2-40B4-BE49-F238E27FC236}">
                <a16:creationId xmlns:a16="http://schemas.microsoft.com/office/drawing/2014/main" id="{D80C4BC4-FA13-778D-E1E4-BB13F21069A9}"/>
              </a:ext>
            </a:extLst>
          </p:cNvPr>
          <p:cNvSpPr/>
          <p:nvPr/>
        </p:nvSpPr>
        <p:spPr>
          <a:xfrm>
            <a:off x="609600" y="1104900"/>
            <a:ext cx="10972800" cy="9525"/>
          </a:xfrm>
          <a:prstGeom prst="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42" name="Rectangle 24141">
            <a:extLst>
              <a:ext uri="{FF2B5EF4-FFF2-40B4-BE49-F238E27FC236}">
                <a16:creationId xmlns:a16="http://schemas.microsoft.com/office/drawing/2014/main" id="{755C6B77-3BFA-7105-B78F-007CB7C130C2}"/>
              </a:ext>
            </a:extLst>
          </p:cNvPr>
          <p:cNvSpPr/>
          <p:nvPr/>
        </p:nvSpPr>
        <p:spPr>
          <a:xfrm>
            <a:off x="11100000" y="6400000"/>
            <a:ext cx="500000" cy="2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9FB3CC"/>
                </a:solidFill>
                <a:effectLst/>
                <a:latin typeface="Arial" panose="020B0604020202020204" pitchFamily="34" charset="0"/>
              </a:rPr>
              <a:t>21</a:t>
            </a:r>
          </a:p>
        </p:txBody>
      </p:sp>
      <p:sp>
        <p:nvSpPr>
          <p:cNvPr id="24199" name="Rectangle 24198">
            <a:extLst>
              <a:ext uri="{FF2B5EF4-FFF2-40B4-BE49-F238E27FC236}">
                <a16:creationId xmlns:a16="http://schemas.microsoft.com/office/drawing/2014/main" id="{21FD17CC-BACA-86E0-DADB-04AD0CD6A9A1}"/>
              </a:ext>
            </a:extLst>
          </p:cNvPr>
          <p:cNvSpPr/>
          <p:nvPr/>
        </p:nvSpPr>
        <p:spPr>
          <a:xfrm>
            <a:off x="609600" y="1250000"/>
            <a:ext cx="3000000" cy="39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OPTION</a:t>
            </a:r>
          </a:p>
          <a:p>
            <a:pPr algn="l">
              <a:buNone/>
            </a:pPr>
            <a:r>
              <a:rPr lang="en-US" sz="100">
                <a:effectLst/>
              </a:rPr>
              <a:t> </a:t>
            </a:r>
            <a:endParaRPr lang="en-US"/>
          </a:p>
        </p:txBody>
      </p:sp>
      <p:sp>
        <p:nvSpPr>
          <p:cNvPr id="24257" name="Rectangle 24256">
            <a:extLst>
              <a:ext uri="{FF2B5EF4-FFF2-40B4-BE49-F238E27FC236}">
                <a16:creationId xmlns:a16="http://schemas.microsoft.com/office/drawing/2014/main" id="{AA7B827B-8E58-E3EF-A586-35629DBA9300}"/>
              </a:ext>
            </a:extLst>
          </p:cNvPr>
          <p:cNvSpPr/>
          <p:nvPr/>
        </p:nvSpPr>
        <p:spPr>
          <a:xfrm>
            <a:off x="4450000" y="1250000"/>
            <a:ext cx="3450000" cy="39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  WHY IT HELPS</a:t>
            </a:r>
          </a:p>
          <a:p>
            <a:pPr algn="l">
              <a:buNone/>
            </a:pPr>
            <a:r>
              <a:rPr lang="en-US" sz="100">
                <a:effectLst/>
              </a:rPr>
              <a:t> </a:t>
            </a:r>
            <a:endParaRPr lang="en-US"/>
          </a:p>
        </p:txBody>
      </p:sp>
      <p:sp>
        <p:nvSpPr>
          <p:cNvPr id="24316" name="Rectangle 24315">
            <a:extLst>
              <a:ext uri="{FF2B5EF4-FFF2-40B4-BE49-F238E27FC236}">
                <a16:creationId xmlns:a16="http://schemas.microsoft.com/office/drawing/2014/main" id="{DD4319EB-575A-EEFC-1A41-1C86C25584FF}"/>
              </a:ext>
            </a:extLst>
          </p:cNvPr>
          <p:cNvSpPr/>
          <p:nvPr/>
        </p:nvSpPr>
        <p:spPr>
          <a:xfrm>
            <a:off x="8050000" y="1250000"/>
            <a:ext cx="3450000" cy="39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  WATCH OUT</a:t>
            </a:r>
          </a:p>
          <a:p>
            <a:pPr algn="l">
              <a:buNone/>
            </a:pPr>
            <a:r>
              <a:rPr lang="en-US" sz="100">
                <a:effectLst/>
              </a:rPr>
              <a:t> </a:t>
            </a:r>
            <a:endParaRPr lang="en-US"/>
          </a:p>
        </p:txBody>
      </p:sp>
      <p:sp>
        <p:nvSpPr>
          <p:cNvPr id="24376" name="Rectangle 24375">
            <a:extLst>
              <a:ext uri="{FF2B5EF4-FFF2-40B4-BE49-F238E27FC236}">
                <a16:creationId xmlns:a16="http://schemas.microsoft.com/office/drawing/2014/main" id="{07E18FF3-88E4-CF54-E2B6-594F5AC03C65}"/>
              </a:ext>
            </a:extLst>
          </p:cNvPr>
          <p:cNvSpPr/>
          <p:nvPr/>
        </p:nvSpPr>
        <p:spPr>
          <a:xfrm>
            <a:off x="609600" y="1640000"/>
            <a:ext cx="10972800" cy="10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37" name="Oval 24436">
            <a:extLst>
              <a:ext uri="{FF2B5EF4-FFF2-40B4-BE49-F238E27FC236}">
                <a16:creationId xmlns:a16="http://schemas.microsoft.com/office/drawing/2014/main" id="{1E335182-6027-F2DF-395D-B9475353F730}"/>
              </a:ext>
            </a:extLst>
          </p:cNvPr>
          <p:cNvSpPr/>
          <p:nvPr/>
        </p:nvSpPr>
        <p:spPr>
          <a:xfrm>
            <a:off x="790000" y="1865680"/>
            <a:ext cx="548640" cy="548640"/>
          </a:xfrm>
          <a:prstGeom prst="ellipse">
            <a:avLst/>
          </a:prstGeom>
          <a:solidFill>
            <a:srgbClr val="000025"/>
          </a:solidFill>
          <a:ln w="1905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78DCFF"/>
                </a:solidFill>
                <a:effectLst/>
                <a:latin typeface="Arial" panose="020B0604020202020204" pitchFamily="34" charset="0"/>
              </a:rPr>
              <a:t>A</a:t>
            </a:r>
          </a:p>
          <a:p>
            <a:pPr algn="ctr">
              <a:buNone/>
            </a:pPr>
            <a:r>
              <a:rPr lang="en-US" sz="100">
                <a:effectLst/>
              </a:rPr>
              <a:t> </a:t>
            </a:r>
            <a:endParaRPr lang="en-US"/>
          </a:p>
        </p:txBody>
      </p:sp>
      <p:sp>
        <p:nvSpPr>
          <p:cNvPr id="24499" name="Rectangle 24498">
            <a:extLst>
              <a:ext uri="{FF2B5EF4-FFF2-40B4-BE49-F238E27FC236}">
                <a16:creationId xmlns:a16="http://schemas.microsoft.com/office/drawing/2014/main" id="{68FE14AB-EBD4-B294-C0A5-F601671809F3}"/>
              </a:ext>
            </a:extLst>
          </p:cNvPr>
          <p:cNvSpPr/>
          <p:nvPr/>
        </p:nvSpPr>
        <p:spPr>
          <a:xfrm>
            <a:off x="1500000" y="1730000"/>
            <a:ext cx="285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Pause all agentic AI</a:t>
            </a:r>
          </a:p>
        </p:txBody>
      </p:sp>
      <p:sp>
        <p:nvSpPr>
          <p:cNvPr id="24562" name="Rectangle: Rounded Corners 24561">
            <a:extLst>
              <a:ext uri="{FF2B5EF4-FFF2-40B4-BE49-F238E27FC236}">
                <a16:creationId xmlns:a16="http://schemas.microsoft.com/office/drawing/2014/main" id="{558D4BF7-B3BA-4462-9EC6-2C9B79B87491}"/>
              </a:ext>
            </a:extLst>
          </p:cNvPr>
          <p:cNvSpPr/>
          <p:nvPr/>
        </p:nvSpPr>
        <p:spPr>
          <a:xfrm>
            <a:off x="1500000" y="2130000"/>
            <a:ext cx="1600000" cy="436168"/>
          </a:xfrm>
          <a:prstGeom prst="round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D5E1F0"/>
                </a:solidFill>
                <a:effectLst/>
                <a:latin typeface="Arial" panose="020B0604020202020204" pitchFamily="34" charset="0"/>
              </a:rPr>
              <a:t>COSTLY</a:t>
            </a:r>
          </a:p>
        </p:txBody>
      </p:sp>
      <p:sp>
        <p:nvSpPr>
          <p:cNvPr id="24626" name="Rectangle 24625">
            <a:extLst>
              <a:ext uri="{FF2B5EF4-FFF2-40B4-BE49-F238E27FC236}">
                <a16:creationId xmlns:a16="http://schemas.microsoft.com/office/drawing/2014/main" id="{BFB31269-20CC-5CDF-7155-002622888012}"/>
              </a:ext>
            </a:extLst>
          </p:cNvPr>
          <p:cNvSpPr/>
          <p:nvPr/>
        </p:nvSpPr>
        <p:spPr>
          <a:xfrm>
            <a:off x="4450000" y="174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Removes the attack surface that just hurt you and reassures a nervous board and regulator.</a:t>
            </a:r>
          </a:p>
        </p:txBody>
      </p:sp>
      <p:sp>
        <p:nvSpPr>
          <p:cNvPr id="24691" name="Rectangle 24690">
            <a:extLst>
              <a:ext uri="{FF2B5EF4-FFF2-40B4-BE49-F238E27FC236}">
                <a16:creationId xmlns:a16="http://schemas.microsoft.com/office/drawing/2014/main" id="{7CDA3D2E-2999-3347-053D-41D68051FA21}"/>
              </a:ext>
            </a:extLst>
          </p:cNvPr>
          <p:cNvSpPr/>
          <p:nvPr/>
        </p:nvSpPr>
        <p:spPr>
          <a:xfrm>
            <a:off x="8050000" y="174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Surrenders a capability your competitors keep; a long pause can cost more than the incident.</a:t>
            </a:r>
          </a:p>
        </p:txBody>
      </p:sp>
      <p:sp>
        <p:nvSpPr>
          <p:cNvPr id="24757" name="Rectangle 24756">
            <a:extLst>
              <a:ext uri="{FF2B5EF4-FFF2-40B4-BE49-F238E27FC236}">
                <a16:creationId xmlns:a16="http://schemas.microsoft.com/office/drawing/2014/main" id="{5B83FF17-FAEA-D978-F3DA-51B614CDF3B5}"/>
              </a:ext>
            </a:extLst>
          </p:cNvPr>
          <p:cNvSpPr/>
          <p:nvPr/>
        </p:nvSpPr>
        <p:spPr>
          <a:xfrm>
            <a:off x="609600" y="2750000"/>
            <a:ext cx="10972800" cy="10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24" name="Oval 24823">
            <a:extLst>
              <a:ext uri="{FF2B5EF4-FFF2-40B4-BE49-F238E27FC236}">
                <a16:creationId xmlns:a16="http://schemas.microsoft.com/office/drawing/2014/main" id="{B733E735-FB5C-FAFF-6319-6C10869642A3}"/>
              </a:ext>
            </a:extLst>
          </p:cNvPr>
          <p:cNvSpPr/>
          <p:nvPr/>
        </p:nvSpPr>
        <p:spPr>
          <a:xfrm>
            <a:off x="790000" y="2975680"/>
            <a:ext cx="548640" cy="548640"/>
          </a:xfrm>
          <a:prstGeom prst="ellipse">
            <a:avLst/>
          </a:prstGeom>
          <a:solidFill>
            <a:srgbClr val="000025"/>
          </a:solidFill>
          <a:ln w="1905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78DCFF"/>
                </a:solidFill>
                <a:effectLst/>
                <a:latin typeface="Arial" panose="020B0604020202020204" pitchFamily="34" charset="0"/>
              </a:rPr>
              <a:t>B</a:t>
            </a:r>
          </a:p>
          <a:p>
            <a:pPr algn="ctr">
              <a:buNone/>
            </a:pPr>
            <a:r>
              <a:rPr lang="en-US" sz="100">
                <a:effectLst/>
              </a:rPr>
              <a:t> </a:t>
            </a:r>
            <a:endParaRPr lang="en-US"/>
          </a:p>
        </p:txBody>
      </p:sp>
      <p:sp>
        <p:nvSpPr>
          <p:cNvPr id="24892" name="Rectangle 24891">
            <a:extLst>
              <a:ext uri="{FF2B5EF4-FFF2-40B4-BE49-F238E27FC236}">
                <a16:creationId xmlns:a16="http://schemas.microsoft.com/office/drawing/2014/main" id="{BC1E10D7-931C-B880-08E7-1FD27AE58460}"/>
              </a:ext>
            </a:extLst>
          </p:cNvPr>
          <p:cNvSpPr/>
          <p:nvPr/>
        </p:nvSpPr>
        <p:spPr>
          <a:xfrm>
            <a:off x="1500000" y="2840000"/>
            <a:ext cx="285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Accept risk, press on</a:t>
            </a:r>
          </a:p>
        </p:txBody>
      </p:sp>
      <p:sp>
        <p:nvSpPr>
          <p:cNvPr id="24961" name="Rectangle: Rounded Corners 24960">
            <a:extLst>
              <a:ext uri="{FF2B5EF4-FFF2-40B4-BE49-F238E27FC236}">
                <a16:creationId xmlns:a16="http://schemas.microsoft.com/office/drawing/2014/main" id="{841BF481-C6F1-BAD4-0D3C-0ED33382CBF8}"/>
              </a:ext>
            </a:extLst>
          </p:cNvPr>
          <p:cNvSpPr/>
          <p:nvPr/>
        </p:nvSpPr>
        <p:spPr>
          <a:xfrm>
            <a:off x="1500000" y="3240000"/>
            <a:ext cx="1600000" cy="436168"/>
          </a:xfrm>
          <a:prstGeom prst="round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000025"/>
                </a:solidFill>
                <a:effectLst/>
                <a:latin typeface="Arial" panose="020B0604020202020204" pitchFamily="34" charset="0"/>
              </a:rPr>
              <a:t>AVOID</a:t>
            </a:r>
          </a:p>
        </p:txBody>
      </p:sp>
      <p:sp>
        <p:nvSpPr>
          <p:cNvPr id="25031" name="Rectangle 25030">
            <a:extLst>
              <a:ext uri="{FF2B5EF4-FFF2-40B4-BE49-F238E27FC236}">
                <a16:creationId xmlns:a16="http://schemas.microsoft.com/office/drawing/2014/main" id="{F895685C-AD3F-D9B2-AC29-9F791BE7E8D4}"/>
              </a:ext>
            </a:extLst>
          </p:cNvPr>
          <p:cNvSpPr/>
          <p:nvPr/>
        </p:nvSpPr>
        <p:spPr>
          <a:xfrm>
            <a:off x="4450000" y="285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Keeps the business moving and avoids over-correcting to one bad weekend.</a:t>
            </a:r>
          </a:p>
        </p:txBody>
      </p:sp>
      <p:sp>
        <p:nvSpPr>
          <p:cNvPr id="25102" name="Rectangle 25101">
            <a:extLst>
              <a:ext uri="{FF2B5EF4-FFF2-40B4-BE49-F238E27FC236}">
                <a16:creationId xmlns:a16="http://schemas.microsoft.com/office/drawing/2014/main" id="{8A1E7FA3-A59C-1005-AF73-371423C288EA}"/>
              </a:ext>
            </a:extLst>
          </p:cNvPr>
          <p:cNvSpPr/>
          <p:nvPr/>
        </p:nvSpPr>
        <p:spPr>
          <a:xfrm>
            <a:off x="8050000" y="285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You were one weak password from a safety event; pressing on unchanged is a decision the board must defend.</a:t>
            </a:r>
          </a:p>
        </p:txBody>
      </p:sp>
      <p:sp>
        <p:nvSpPr>
          <p:cNvPr id="25174" name="Rectangle 25173">
            <a:extLst>
              <a:ext uri="{FF2B5EF4-FFF2-40B4-BE49-F238E27FC236}">
                <a16:creationId xmlns:a16="http://schemas.microsoft.com/office/drawing/2014/main" id="{A7FAA864-860D-3C1C-D7C0-F183AA6550BA}"/>
              </a:ext>
            </a:extLst>
          </p:cNvPr>
          <p:cNvSpPr/>
          <p:nvPr/>
        </p:nvSpPr>
        <p:spPr>
          <a:xfrm>
            <a:off x="609600" y="3860000"/>
            <a:ext cx="10972800" cy="10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47" name="Oval 25246">
            <a:extLst>
              <a:ext uri="{FF2B5EF4-FFF2-40B4-BE49-F238E27FC236}">
                <a16:creationId xmlns:a16="http://schemas.microsoft.com/office/drawing/2014/main" id="{5B1CDC21-1D8B-985A-7D6A-CED52A67CE35}"/>
              </a:ext>
            </a:extLst>
          </p:cNvPr>
          <p:cNvSpPr/>
          <p:nvPr/>
        </p:nvSpPr>
        <p:spPr>
          <a:xfrm>
            <a:off x="790000" y="4085680"/>
            <a:ext cx="548640" cy="548640"/>
          </a:xfrm>
          <a:prstGeom prst="ellipse">
            <a:avLst/>
          </a:prstGeom>
          <a:solidFill>
            <a:srgbClr val="000025"/>
          </a:solidFill>
          <a:ln w="1905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78DCFF"/>
                </a:solidFill>
                <a:effectLst/>
                <a:latin typeface="Arial" panose="020B0604020202020204" pitchFamily="34" charset="0"/>
              </a:rPr>
              <a:t>C</a:t>
            </a:r>
          </a:p>
          <a:p>
            <a:pPr algn="ctr">
              <a:buNone/>
            </a:pPr>
            <a:r>
              <a:rPr lang="en-US" sz="100">
                <a:effectLst/>
              </a:rPr>
              <a:t> </a:t>
            </a:r>
            <a:endParaRPr lang="en-US"/>
          </a:p>
        </p:txBody>
      </p:sp>
      <p:sp>
        <p:nvSpPr>
          <p:cNvPr id="25321" name="Rectangle 25320">
            <a:extLst>
              <a:ext uri="{FF2B5EF4-FFF2-40B4-BE49-F238E27FC236}">
                <a16:creationId xmlns:a16="http://schemas.microsoft.com/office/drawing/2014/main" id="{068952CB-514D-D7A6-AD60-A728DC178460}"/>
              </a:ext>
            </a:extLst>
          </p:cNvPr>
          <p:cNvSpPr/>
          <p:nvPr/>
        </p:nvSpPr>
        <p:spPr>
          <a:xfrm>
            <a:off x="1500000" y="3950000"/>
            <a:ext cx="285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Govern, don't retreat</a:t>
            </a:r>
          </a:p>
        </p:txBody>
      </p:sp>
      <p:sp>
        <p:nvSpPr>
          <p:cNvPr id="25396" name="Rectangle: Rounded Corners 25395">
            <a:extLst>
              <a:ext uri="{FF2B5EF4-FFF2-40B4-BE49-F238E27FC236}">
                <a16:creationId xmlns:a16="http://schemas.microsoft.com/office/drawing/2014/main" id="{6B3A9C71-C1E3-E961-0419-1082797C271E}"/>
              </a:ext>
            </a:extLst>
          </p:cNvPr>
          <p:cNvSpPr/>
          <p:nvPr/>
        </p:nvSpPr>
        <p:spPr>
          <a:xfrm>
            <a:off x="1500000" y="4350000"/>
            <a:ext cx="1600000" cy="436168"/>
          </a:xfrm>
          <a:prstGeom prst="roundRect">
            <a:avLst/>
          </a:prstGeom>
          <a:solidFill>
            <a:srgbClr val="00AEF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D5E1F0"/>
                </a:solidFill>
                <a:effectLst/>
                <a:latin typeface="Arial" panose="020B0604020202020204" pitchFamily="34" charset="0"/>
              </a:rPr>
              <a:t>BEST MOVE</a:t>
            </a:r>
          </a:p>
        </p:txBody>
      </p:sp>
      <p:sp>
        <p:nvSpPr>
          <p:cNvPr id="25472" name="Rectangle 25471">
            <a:extLst>
              <a:ext uri="{FF2B5EF4-FFF2-40B4-BE49-F238E27FC236}">
                <a16:creationId xmlns:a16="http://schemas.microsoft.com/office/drawing/2014/main" id="{656F373D-214F-030A-547B-AD6DC75E120F}"/>
              </a:ext>
            </a:extLst>
          </p:cNvPr>
          <p:cNvSpPr/>
          <p:nvPr/>
        </p:nvSpPr>
        <p:spPr>
          <a:xfrm>
            <a:off x="4450000" y="396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Keep agentic AI but require human override, agent identity and least-privilege, deepfake-resistant comms, and a named AI-risk owner.</a:t>
            </a:r>
          </a:p>
        </p:txBody>
      </p:sp>
      <p:sp>
        <p:nvSpPr>
          <p:cNvPr id="25549" name="Rectangle 25548">
            <a:extLst>
              <a:ext uri="{FF2B5EF4-FFF2-40B4-BE49-F238E27FC236}">
                <a16:creationId xmlns:a16="http://schemas.microsoft.com/office/drawing/2014/main" id="{A9A96461-3288-3E00-7306-F63FF031E2F5}"/>
              </a:ext>
            </a:extLst>
          </p:cNvPr>
          <p:cNvSpPr/>
          <p:nvPr/>
        </p:nvSpPr>
        <p:spPr>
          <a:xfrm>
            <a:off x="8050000" y="396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Governance is only real if it's tested and resourced — not a policy PDF written after the incident.</a:t>
            </a:r>
          </a:p>
        </p:txBody>
      </p:sp>
      <p:sp>
        <p:nvSpPr>
          <p:cNvPr id="25627" name="Rectangle 25626">
            <a:extLst>
              <a:ext uri="{FF2B5EF4-FFF2-40B4-BE49-F238E27FC236}">
                <a16:creationId xmlns:a16="http://schemas.microsoft.com/office/drawing/2014/main" id="{4A550F95-54ED-610A-7649-129642715D54}"/>
              </a:ext>
            </a:extLst>
          </p:cNvPr>
          <p:cNvSpPr/>
          <p:nvPr/>
        </p:nvSpPr>
        <p:spPr>
          <a:xfrm>
            <a:off x="609600" y="4970000"/>
            <a:ext cx="10972800" cy="10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06" name="Oval 25705">
            <a:extLst>
              <a:ext uri="{FF2B5EF4-FFF2-40B4-BE49-F238E27FC236}">
                <a16:creationId xmlns:a16="http://schemas.microsoft.com/office/drawing/2014/main" id="{B5CC71CF-727F-75BB-BCD0-DD00830FBC4B}"/>
              </a:ext>
            </a:extLst>
          </p:cNvPr>
          <p:cNvSpPr/>
          <p:nvPr/>
        </p:nvSpPr>
        <p:spPr>
          <a:xfrm>
            <a:off x="790000" y="5195680"/>
            <a:ext cx="548640" cy="548640"/>
          </a:xfrm>
          <a:prstGeom prst="ellipse">
            <a:avLst/>
          </a:prstGeom>
          <a:solidFill>
            <a:srgbClr val="000025"/>
          </a:solidFill>
          <a:ln w="1905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a:solidFill>
                  <a:srgbClr val="78DCFF"/>
                </a:solidFill>
                <a:effectLst/>
                <a:latin typeface="Arial" panose="020B0604020202020204" pitchFamily="34" charset="0"/>
              </a:rPr>
              <a:t>D</a:t>
            </a:r>
          </a:p>
          <a:p>
            <a:pPr algn="ctr">
              <a:buNone/>
            </a:pPr>
            <a:r>
              <a:rPr lang="en-US" sz="100">
                <a:effectLst/>
              </a:rPr>
              <a:t> </a:t>
            </a:r>
            <a:endParaRPr lang="en-US"/>
          </a:p>
        </p:txBody>
      </p:sp>
      <p:sp>
        <p:nvSpPr>
          <p:cNvPr id="25786" name="Rectangle 25785">
            <a:extLst>
              <a:ext uri="{FF2B5EF4-FFF2-40B4-BE49-F238E27FC236}">
                <a16:creationId xmlns:a16="http://schemas.microsoft.com/office/drawing/2014/main" id="{E4F52BB4-D288-23A2-E92B-28839E48624B}"/>
              </a:ext>
            </a:extLst>
          </p:cNvPr>
          <p:cNvSpPr/>
          <p:nvPr/>
        </p:nvSpPr>
        <p:spPr>
          <a:xfrm>
            <a:off x="1500000" y="5060000"/>
            <a:ext cx="285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Get ahead of it publicly</a:t>
            </a:r>
          </a:p>
        </p:txBody>
      </p:sp>
      <p:sp>
        <p:nvSpPr>
          <p:cNvPr id="25867" name="Rectangle: Rounded Corners 25866">
            <a:extLst>
              <a:ext uri="{FF2B5EF4-FFF2-40B4-BE49-F238E27FC236}">
                <a16:creationId xmlns:a16="http://schemas.microsoft.com/office/drawing/2014/main" id="{69B6AD41-6AF9-32C2-8C19-179627293FA2}"/>
              </a:ext>
            </a:extLst>
          </p:cNvPr>
          <p:cNvSpPr/>
          <p:nvPr/>
        </p:nvSpPr>
        <p:spPr>
          <a:xfrm>
            <a:off x="1500000" y="5460000"/>
            <a:ext cx="1600000" cy="436168"/>
          </a:xfrm>
          <a:prstGeom prst="round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D5E1F0"/>
                </a:solidFill>
                <a:effectLst/>
                <a:latin typeface="Arial" panose="020B0604020202020204" pitchFamily="34" charset="0"/>
              </a:rPr>
              <a:t>IN PARALLEL</a:t>
            </a:r>
          </a:p>
        </p:txBody>
      </p:sp>
      <p:sp>
        <p:nvSpPr>
          <p:cNvPr id="25949" name="Rectangle 25948">
            <a:extLst>
              <a:ext uri="{FF2B5EF4-FFF2-40B4-BE49-F238E27FC236}">
                <a16:creationId xmlns:a16="http://schemas.microsoft.com/office/drawing/2014/main" id="{8081D04E-A5DE-2BE0-1086-CA06BC8EA9CB}"/>
              </a:ext>
            </a:extLst>
          </p:cNvPr>
          <p:cNvSpPr/>
          <p:nvPr/>
        </p:nvSpPr>
        <p:spPr>
          <a:xfrm>
            <a:off x="4450000" y="507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An honest account plus an independent review gets ahead of the minister, the market and the deepfake.</a:t>
            </a:r>
          </a:p>
        </p:txBody>
      </p:sp>
      <p:sp>
        <p:nvSpPr>
          <p:cNvPr id="26032" name="Rectangle 26031">
            <a:extLst>
              <a:ext uri="{FF2B5EF4-FFF2-40B4-BE49-F238E27FC236}">
                <a16:creationId xmlns:a16="http://schemas.microsoft.com/office/drawing/2014/main" id="{0A8BC3C0-6685-03EF-9BAB-7648B170B2FD}"/>
              </a:ext>
            </a:extLst>
          </p:cNvPr>
          <p:cNvSpPr/>
          <p:nvPr/>
        </p:nvSpPr>
        <p:spPr>
          <a:xfrm>
            <a:off x="8050000" y="5070000"/>
            <a:ext cx="3450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Pre-authenticate executive comms first, or a deepfaked 'CEO' speaks for you while you're still drafting.</a:t>
            </a:r>
          </a:p>
        </p:txBody>
      </p:sp>
      <p:sp>
        <p:nvSpPr>
          <p:cNvPr id="90005" name="BestHighlight"/>
          <p:cNvSpPr/>
          <p:nvPr/>
        </p:nvSpPr>
        <p:spPr>
          <a:xfrm>
            <a:off x="609600" y="3860000"/>
            <a:ext cx="10972800" cy="1000000"/>
          </a:xfrm>
          <a:prstGeom prst="rect">
            <a:avLst/>
          </a:prstGeom>
          <a:noFill/>
          <a:ln w="28575">
            <a:solidFill>
              <a:srgbClr val="00AEFF"/>
            </a:solidFill>
          </a:ln>
        </p:spPr>
        <p:txBody>
          <a:bodyPr rtlCol="0"/>
          <a:lstStyle/>
          <a:p>
            <a:endParaRPr lang="en-US"/>
          </a:p>
        </p:txBody>
      </p:sp>
    </p:spTree>
    <p:extLst>
      <p:ext uri="{BB962C8B-B14F-4D97-AF65-F5344CB8AC3E}">
        <p14:creationId xmlns:p14="http://schemas.microsoft.com/office/powerpoint/2010/main" val="2317651500"/>
      </p:ext>
    </p:extLst>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24562"/>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246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69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496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03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10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539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547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554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586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594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603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900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62" grpId="0"/>
      <p:bldP spid="24626" grpId="0"/>
      <p:bldP spid="24691" grpId="0"/>
      <p:bldP spid="24961" grpId="0"/>
      <p:bldP spid="25031" grpId="0"/>
      <p:bldP spid="25102" grpId="0"/>
      <p:bldP spid="25396" grpId="0"/>
      <p:bldP spid="25472" grpId="0"/>
      <p:bldP spid="25549" grpId="0"/>
      <p:bldP spid="25867" grpId="0"/>
      <p:bldP spid="25949" grpId="0"/>
      <p:bldP spid="26032" grpId="0"/>
      <p:bldP spid="90005"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0025"/>
        </a:solidFill>
        <a:effectLst/>
      </p:bgPr>
    </p:bg>
    <p:spTree>
      <p:nvGrpSpPr>
        <p:cNvPr id="1" name=""/>
        <p:cNvGrpSpPr/>
        <p:nvPr/>
      </p:nvGrpSpPr>
      <p:grpSpPr>
        <a:xfrm>
          <a:off x="0" y="0"/>
          <a:ext cx="0" cy="0"/>
          <a:chOff x="0" y="0"/>
          <a:chExt cx="0" cy="0"/>
        </a:xfrm>
      </p:grpSpPr>
      <p:sp>
        <p:nvSpPr>
          <p:cNvPr id="19900" name="Rectangle 19899">
            <a:extLst>
              <a:ext uri="{FF2B5EF4-FFF2-40B4-BE49-F238E27FC236}">
                <a16:creationId xmlns:a16="http://schemas.microsoft.com/office/drawing/2014/main" id="{46CE3236-A0A6-64BB-B6ED-CFBCFFBA59C0}"/>
              </a:ext>
            </a:extLst>
          </p:cNvPr>
          <p:cNvSpPr/>
          <p:nvPr/>
        </p:nvSpPr>
        <p:spPr>
          <a:xfrm>
            <a:off x="609600" y="236000"/>
            <a:ext cx="10972800" cy="2593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DEBRIEF · 5 MINUTES</a:t>
            </a:r>
          </a:p>
          <a:p>
            <a:pPr algn="l">
              <a:buNone/>
            </a:pPr>
            <a:r>
              <a:rPr lang="en-US" sz="100">
                <a:effectLst/>
              </a:rPr>
              <a:t> </a:t>
            </a:r>
            <a:endParaRPr lang="en-US"/>
          </a:p>
        </p:txBody>
      </p:sp>
      <p:sp>
        <p:nvSpPr>
          <p:cNvPr id="20004" name="Rectangle 20003">
            <a:extLst>
              <a:ext uri="{FF2B5EF4-FFF2-40B4-BE49-F238E27FC236}">
                <a16:creationId xmlns:a16="http://schemas.microsoft.com/office/drawing/2014/main" id="{060193BC-2347-3480-DD49-B2FAFB68948D}"/>
              </a:ext>
            </a:extLst>
          </p:cNvPr>
          <p:cNvSpPr/>
          <p:nvPr/>
        </p:nvSpPr>
        <p:spPr>
          <a:xfrm>
            <a:off x="609600" y="495300"/>
            <a:ext cx="10972800"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Arial" panose="020B0604020202020204" pitchFamily="34" charset="0"/>
              </a:rPr>
              <a:t>What's changed — and what you can't outrun</a:t>
            </a:r>
          </a:p>
        </p:txBody>
      </p:sp>
      <p:sp>
        <p:nvSpPr>
          <p:cNvPr id="20109" name="Rectangle 20108">
            <a:extLst>
              <a:ext uri="{FF2B5EF4-FFF2-40B4-BE49-F238E27FC236}">
                <a16:creationId xmlns:a16="http://schemas.microsoft.com/office/drawing/2014/main" id="{57A50A46-0756-9BB9-897A-A5181AEA683A}"/>
              </a:ext>
            </a:extLst>
          </p:cNvPr>
          <p:cNvSpPr/>
          <p:nvPr/>
        </p:nvSpPr>
        <p:spPr>
          <a:xfrm>
            <a:off x="609600" y="1104900"/>
            <a:ext cx="10972800" cy="9525"/>
          </a:xfrm>
          <a:prstGeom prst="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15" name="Rectangle 20214">
            <a:extLst>
              <a:ext uri="{FF2B5EF4-FFF2-40B4-BE49-F238E27FC236}">
                <a16:creationId xmlns:a16="http://schemas.microsoft.com/office/drawing/2014/main" id="{1A650DA0-1F4D-F837-1E4B-3D4214BD5AE5}"/>
              </a:ext>
            </a:extLst>
          </p:cNvPr>
          <p:cNvSpPr/>
          <p:nvPr/>
        </p:nvSpPr>
        <p:spPr>
          <a:xfrm>
            <a:off x="11100000" y="6400000"/>
            <a:ext cx="500000" cy="2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9FB3CC"/>
                </a:solidFill>
                <a:effectLst/>
                <a:latin typeface="Arial" panose="020B0604020202020204" pitchFamily="34" charset="0"/>
              </a:rPr>
              <a:t>22</a:t>
            </a:r>
          </a:p>
        </p:txBody>
      </p:sp>
      <p:sp>
        <p:nvSpPr>
          <p:cNvPr id="20322" name="Rectangle 20321">
            <a:extLst>
              <a:ext uri="{FF2B5EF4-FFF2-40B4-BE49-F238E27FC236}">
                <a16:creationId xmlns:a16="http://schemas.microsoft.com/office/drawing/2014/main" id="{47DAF17D-43E3-2DE8-344A-D0EC2619FA0D}"/>
              </a:ext>
            </a:extLst>
          </p:cNvPr>
          <p:cNvSpPr/>
          <p:nvPr/>
        </p:nvSpPr>
        <p:spPr>
          <a:xfrm>
            <a:off x="609600" y="1400000"/>
            <a:ext cx="700000" cy="4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a:solidFill>
                  <a:srgbClr val="00AEFF"/>
                </a:solidFill>
                <a:effectLst/>
                <a:latin typeface="Arial" panose="020B0604020202020204" pitchFamily="34" charset="0"/>
              </a:rPr>
              <a:t>01</a:t>
            </a:r>
          </a:p>
          <a:p>
            <a:pPr algn="l">
              <a:buNone/>
            </a:pPr>
            <a:r>
              <a:rPr lang="en-US" sz="100">
                <a:effectLst/>
              </a:rPr>
              <a:t> </a:t>
            </a:r>
            <a:endParaRPr lang="en-US"/>
          </a:p>
        </p:txBody>
      </p:sp>
      <p:sp>
        <p:nvSpPr>
          <p:cNvPr id="20430" name="Rectangle 20429">
            <a:extLst>
              <a:ext uri="{FF2B5EF4-FFF2-40B4-BE49-F238E27FC236}">
                <a16:creationId xmlns:a16="http://schemas.microsoft.com/office/drawing/2014/main" id="{D092EED3-2A16-10EA-EB85-3D48FCB349E2}"/>
              </a:ext>
            </a:extLst>
          </p:cNvPr>
          <p:cNvSpPr/>
          <p:nvPr/>
        </p:nvSpPr>
        <p:spPr>
          <a:xfrm>
            <a:off x="1350000" y="1400000"/>
            <a:ext cx="5700000" cy="4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Self-narrating payloads</a:t>
            </a:r>
          </a:p>
          <a:p>
            <a:pPr algn="l">
              <a:buNone/>
            </a:pPr>
            <a:r>
              <a:rPr lang="en-US" sz="100">
                <a:effectLst/>
              </a:rPr>
              <a:t> </a:t>
            </a:r>
            <a:endParaRPr lang="en-US"/>
          </a:p>
        </p:txBody>
      </p:sp>
      <p:sp>
        <p:nvSpPr>
          <p:cNvPr id="20539" name="Rectangle 20538">
            <a:extLst>
              <a:ext uri="{FF2B5EF4-FFF2-40B4-BE49-F238E27FC236}">
                <a16:creationId xmlns:a16="http://schemas.microsoft.com/office/drawing/2014/main" id="{7E3F0D06-6B8D-949B-D792-DF1D00DCEE84}"/>
              </a:ext>
            </a:extLst>
          </p:cNvPr>
          <p:cNvSpPr/>
          <p:nvPr/>
        </p:nvSpPr>
        <p:spPr>
          <a:xfrm>
            <a:off x="1350000" y="1800000"/>
            <a:ext cx="570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Intent is written in the code: use it to triage.</a:t>
            </a:r>
          </a:p>
          <a:p>
            <a:pPr algn="l">
              <a:buNone/>
            </a:pPr>
            <a:r>
              <a:rPr lang="en-US" sz="100">
                <a:effectLst/>
              </a:rPr>
              <a:t> </a:t>
            </a:r>
            <a:endParaRPr lang="en-US"/>
          </a:p>
        </p:txBody>
      </p:sp>
      <p:sp>
        <p:nvSpPr>
          <p:cNvPr id="20649" name="Rectangle 20648">
            <a:extLst>
              <a:ext uri="{FF2B5EF4-FFF2-40B4-BE49-F238E27FC236}">
                <a16:creationId xmlns:a16="http://schemas.microsoft.com/office/drawing/2014/main" id="{FC9556DA-7BB8-5C43-9CE7-3AFCA3F05175}"/>
              </a:ext>
            </a:extLst>
          </p:cNvPr>
          <p:cNvSpPr/>
          <p:nvPr/>
        </p:nvSpPr>
        <p:spPr>
          <a:xfrm>
            <a:off x="609600" y="2320000"/>
            <a:ext cx="700000" cy="4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a:solidFill>
                  <a:srgbClr val="00AEFF"/>
                </a:solidFill>
                <a:effectLst/>
                <a:latin typeface="Arial" panose="020B0604020202020204" pitchFamily="34" charset="0"/>
              </a:rPr>
              <a:t>02</a:t>
            </a:r>
          </a:p>
          <a:p>
            <a:pPr algn="l">
              <a:buNone/>
            </a:pPr>
            <a:r>
              <a:rPr lang="en-US" sz="100">
                <a:effectLst/>
              </a:rPr>
              <a:t> </a:t>
            </a:r>
            <a:endParaRPr lang="en-US"/>
          </a:p>
        </p:txBody>
      </p:sp>
      <p:sp>
        <p:nvSpPr>
          <p:cNvPr id="20760" name="Rectangle 20759">
            <a:extLst>
              <a:ext uri="{FF2B5EF4-FFF2-40B4-BE49-F238E27FC236}">
                <a16:creationId xmlns:a16="http://schemas.microsoft.com/office/drawing/2014/main" id="{957A6C83-8C3F-4956-ECEE-E16535F596DA}"/>
              </a:ext>
            </a:extLst>
          </p:cNvPr>
          <p:cNvSpPr/>
          <p:nvPr/>
        </p:nvSpPr>
        <p:spPr>
          <a:xfrm>
            <a:off x="1350000" y="2320000"/>
            <a:ext cx="5700000" cy="4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It's now AI-vs-AI</a:t>
            </a:r>
          </a:p>
        </p:txBody>
      </p:sp>
      <p:sp>
        <p:nvSpPr>
          <p:cNvPr id="20872" name="Rectangle 20871">
            <a:extLst>
              <a:ext uri="{FF2B5EF4-FFF2-40B4-BE49-F238E27FC236}">
                <a16:creationId xmlns:a16="http://schemas.microsoft.com/office/drawing/2014/main" id="{D50F0EAA-6196-86F0-8D25-FD86E574F1DB}"/>
              </a:ext>
            </a:extLst>
          </p:cNvPr>
          <p:cNvSpPr/>
          <p:nvPr/>
        </p:nvSpPr>
        <p:spPr>
          <a:xfrm>
            <a:off x="1350000" y="2720000"/>
            <a:ext cx="570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It adapts to your response in seconds; the race is machine against machine.</a:t>
            </a:r>
          </a:p>
        </p:txBody>
      </p:sp>
      <p:sp>
        <p:nvSpPr>
          <p:cNvPr id="20985" name="Rectangle 20984">
            <a:extLst>
              <a:ext uri="{FF2B5EF4-FFF2-40B4-BE49-F238E27FC236}">
                <a16:creationId xmlns:a16="http://schemas.microsoft.com/office/drawing/2014/main" id="{4B167C01-D817-C9DB-E587-754B76D44127}"/>
              </a:ext>
            </a:extLst>
          </p:cNvPr>
          <p:cNvSpPr/>
          <p:nvPr/>
        </p:nvSpPr>
        <p:spPr>
          <a:xfrm>
            <a:off x="609600" y="3240000"/>
            <a:ext cx="700000" cy="4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a:solidFill>
                  <a:srgbClr val="00AEFF"/>
                </a:solidFill>
                <a:effectLst/>
                <a:latin typeface="Arial" panose="020B0604020202020204" pitchFamily="34" charset="0"/>
              </a:rPr>
              <a:t>03</a:t>
            </a:r>
          </a:p>
          <a:p>
            <a:pPr algn="l">
              <a:buNone/>
            </a:pPr>
            <a:r>
              <a:rPr lang="en-US" sz="100">
                <a:effectLst/>
              </a:rPr>
              <a:t> </a:t>
            </a:r>
            <a:endParaRPr lang="en-US"/>
          </a:p>
        </p:txBody>
      </p:sp>
      <p:sp>
        <p:nvSpPr>
          <p:cNvPr id="21099" name="Rectangle 21098">
            <a:extLst>
              <a:ext uri="{FF2B5EF4-FFF2-40B4-BE49-F238E27FC236}">
                <a16:creationId xmlns:a16="http://schemas.microsoft.com/office/drawing/2014/main" id="{3D2434ED-5878-E2E0-38F6-43484F6DC993}"/>
              </a:ext>
            </a:extLst>
          </p:cNvPr>
          <p:cNvSpPr/>
          <p:nvPr/>
        </p:nvSpPr>
        <p:spPr>
          <a:xfrm>
            <a:off x="1350000" y="3240000"/>
            <a:ext cx="5700000" cy="4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Your detectors can be poisoned</a:t>
            </a:r>
          </a:p>
        </p:txBody>
      </p:sp>
      <p:sp>
        <p:nvSpPr>
          <p:cNvPr id="21214" name="Rectangle 21213">
            <a:extLst>
              <a:ext uri="{FF2B5EF4-FFF2-40B4-BE49-F238E27FC236}">
                <a16:creationId xmlns:a16="http://schemas.microsoft.com/office/drawing/2014/main" id="{DA5543AA-E54C-999E-C27A-9571498923A9}"/>
              </a:ext>
            </a:extLst>
          </p:cNvPr>
          <p:cNvSpPr/>
          <p:nvPr/>
        </p:nvSpPr>
        <p:spPr>
          <a:xfrm>
            <a:off x="1350000" y="3640000"/>
            <a:ext cx="570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Prompt-injected log content can make your own SOC AI close the real alert.</a:t>
            </a:r>
          </a:p>
        </p:txBody>
      </p:sp>
      <p:sp>
        <p:nvSpPr>
          <p:cNvPr id="21330" name="Rectangle 21329">
            <a:extLst>
              <a:ext uri="{FF2B5EF4-FFF2-40B4-BE49-F238E27FC236}">
                <a16:creationId xmlns:a16="http://schemas.microsoft.com/office/drawing/2014/main" id="{BC8CF15E-4AB1-A0DE-D7E7-479B9643504E}"/>
              </a:ext>
            </a:extLst>
          </p:cNvPr>
          <p:cNvSpPr/>
          <p:nvPr/>
        </p:nvSpPr>
        <p:spPr>
          <a:xfrm>
            <a:off x="609600" y="4160000"/>
            <a:ext cx="700000" cy="4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a:solidFill>
                  <a:srgbClr val="00AEFF"/>
                </a:solidFill>
                <a:effectLst/>
                <a:latin typeface="Arial" panose="020B0604020202020204" pitchFamily="34" charset="0"/>
              </a:rPr>
              <a:t>04</a:t>
            </a:r>
          </a:p>
          <a:p>
            <a:pPr algn="l">
              <a:buNone/>
            </a:pPr>
            <a:r>
              <a:rPr lang="en-US" sz="100">
                <a:effectLst/>
              </a:rPr>
              <a:t> </a:t>
            </a:r>
            <a:endParaRPr lang="en-US"/>
          </a:p>
        </p:txBody>
      </p:sp>
      <p:sp>
        <p:nvSpPr>
          <p:cNvPr id="21447" name="Rectangle 21446">
            <a:extLst>
              <a:ext uri="{FF2B5EF4-FFF2-40B4-BE49-F238E27FC236}">
                <a16:creationId xmlns:a16="http://schemas.microsoft.com/office/drawing/2014/main" id="{9FADE398-3C4C-8CD7-6038-CD077CD35E34}"/>
              </a:ext>
            </a:extLst>
          </p:cNvPr>
          <p:cNvSpPr/>
          <p:nvPr/>
        </p:nvSpPr>
        <p:spPr>
          <a:xfrm>
            <a:off x="1350000" y="4160000"/>
            <a:ext cx="5700000" cy="4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Confident hallucination</a:t>
            </a:r>
          </a:p>
          <a:p>
            <a:pPr algn="l">
              <a:buNone/>
            </a:pPr>
            <a:r>
              <a:rPr lang="en-US" sz="100">
                <a:effectLst/>
              </a:rPr>
              <a:t> </a:t>
            </a:r>
            <a:endParaRPr lang="en-US"/>
          </a:p>
        </p:txBody>
      </p:sp>
      <p:sp>
        <p:nvSpPr>
          <p:cNvPr id="21565" name="Rectangle 21564">
            <a:extLst>
              <a:ext uri="{FF2B5EF4-FFF2-40B4-BE49-F238E27FC236}">
                <a16:creationId xmlns:a16="http://schemas.microsoft.com/office/drawing/2014/main" id="{099779D6-EE42-55BD-6DAC-9E848A10AF03}"/>
              </a:ext>
            </a:extLst>
          </p:cNvPr>
          <p:cNvSpPr/>
          <p:nvPr/>
        </p:nvSpPr>
        <p:spPr>
          <a:xfrm>
            <a:off x="1350000" y="4560000"/>
            <a:ext cx="570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A textbook Bitcoin address; an unverified exfil claim.</a:t>
            </a:r>
          </a:p>
          <a:p>
            <a:pPr algn="l">
              <a:buNone/>
            </a:pPr>
            <a:r>
              <a:rPr lang="en-US" sz="100">
                <a:effectLst/>
              </a:rPr>
              <a:t> </a:t>
            </a:r>
            <a:endParaRPr lang="en-US"/>
          </a:p>
        </p:txBody>
      </p:sp>
      <p:sp>
        <p:nvSpPr>
          <p:cNvPr id="21684" name="Rectangle 21683">
            <a:extLst>
              <a:ext uri="{FF2B5EF4-FFF2-40B4-BE49-F238E27FC236}">
                <a16:creationId xmlns:a16="http://schemas.microsoft.com/office/drawing/2014/main" id="{4FFBB5E5-D72F-4C10-6BB0-9CBD5E046AB1}"/>
              </a:ext>
            </a:extLst>
          </p:cNvPr>
          <p:cNvSpPr/>
          <p:nvPr/>
        </p:nvSpPr>
        <p:spPr>
          <a:xfrm>
            <a:off x="609600" y="5080000"/>
            <a:ext cx="700000" cy="4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000" b="1">
                <a:solidFill>
                  <a:srgbClr val="00AEFF"/>
                </a:solidFill>
                <a:effectLst/>
                <a:latin typeface="Arial" panose="020B0604020202020204" pitchFamily="34" charset="0"/>
              </a:rPr>
              <a:t>05</a:t>
            </a:r>
          </a:p>
          <a:p>
            <a:pPr algn="l">
              <a:buNone/>
            </a:pPr>
            <a:r>
              <a:rPr lang="en-US" sz="100">
                <a:effectLst/>
              </a:rPr>
              <a:t> </a:t>
            </a:r>
            <a:endParaRPr lang="en-US"/>
          </a:p>
        </p:txBody>
      </p:sp>
      <p:sp>
        <p:nvSpPr>
          <p:cNvPr id="21804" name="Rectangle 21803">
            <a:extLst>
              <a:ext uri="{FF2B5EF4-FFF2-40B4-BE49-F238E27FC236}">
                <a16:creationId xmlns:a16="http://schemas.microsoft.com/office/drawing/2014/main" id="{17861D47-2744-DFD8-D4B7-D6064E83A699}"/>
              </a:ext>
            </a:extLst>
          </p:cNvPr>
          <p:cNvSpPr/>
          <p:nvPr/>
        </p:nvSpPr>
        <p:spPr>
          <a:xfrm>
            <a:off x="1350000" y="5080000"/>
            <a:ext cx="5700000" cy="4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It reaches the physical</a:t>
            </a:r>
          </a:p>
        </p:txBody>
      </p:sp>
      <p:sp>
        <p:nvSpPr>
          <p:cNvPr id="21925" name="Rectangle 21924">
            <a:extLst>
              <a:ext uri="{FF2B5EF4-FFF2-40B4-BE49-F238E27FC236}">
                <a16:creationId xmlns:a16="http://schemas.microsoft.com/office/drawing/2014/main" id="{ED4E57D0-A2F7-5838-C24D-83B3D34C72CD}"/>
              </a:ext>
            </a:extLst>
          </p:cNvPr>
          <p:cNvSpPr/>
          <p:nvPr/>
        </p:nvSpPr>
        <p:spPr>
          <a:xfrm>
            <a:off x="1350000" y="5480000"/>
            <a:ext cx="570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IT, OT and safety now share one blast radius — and the rules on paying, reporting and insurance moved.</a:t>
            </a:r>
          </a:p>
        </p:txBody>
      </p:sp>
      <p:sp>
        <p:nvSpPr>
          <p:cNvPr id="22047" name="Rectangle 22046">
            <a:extLst>
              <a:ext uri="{FF2B5EF4-FFF2-40B4-BE49-F238E27FC236}">
                <a16:creationId xmlns:a16="http://schemas.microsoft.com/office/drawing/2014/main" id="{4B6749AD-E877-63E2-9ACD-71868BE54D95}"/>
              </a:ext>
            </a:extLst>
          </p:cNvPr>
          <p:cNvSpPr/>
          <p:nvPr/>
        </p:nvSpPr>
        <p:spPr>
          <a:xfrm>
            <a:off x="7300000" y="1400000"/>
            <a:ext cx="4282400" cy="4600000"/>
          </a:xfrm>
          <a:prstGeom prst="rect">
            <a:avLst/>
          </a:prstGeom>
          <a:solidFill>
            <a:srgbClr val="0A1B3A"/>
          </a:solidFill>
          <a:ln w="1905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70" name="Rectangle 22169">
            <a:extLst>
              <a:ext uri="{FF2B5EF4-FFF2-40B4-BE49-F238E27FC236}">
                <a16:creationId xmlns:a16="http://schemas.microsoft.com/office/drawing/2014/main" id="{68BDB67C-8338-3092-F040-850F2508D3CE}"/>
              </a:ext>
            </a:extLst>
          </p:cNvPr>
          <p:cNvSpPr/>
          <p:nvPr/>
        </p:nvSpPr>
        <p:spPr>
          <a:xfrm>
            <a:off x="7550000" y="1600000"/>
            <a:ext cx="3800000" cy="4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WHAT THIS MEANS</a:t>
            </a:r>
          </a:p>
          <a:p>
            <a:pPr algn="l">
              <a:buNone/>
            </a:pPr>
            <a:r>
              <a:rPr lang="en-US" sz="100">
                <a:effectLst/>
              </a:rPr>
              <a:t> </a:t>
            </a:r>
            <a:endParaRPr lang="en-US"/>
          </a:p>
        </p:txBody>
      </p:sp>
      <p:sp>
        <p:nvSpPr>
          <p:cNvPr id="22294" name="Rectangle 22293">
            <a:extLst>
              <a:ext uri="{FF2B5EF4-FFF2-40B4-BE49-F238E27FC236}">
                <a16:creationId xmlns:a16="http://schemas.microsoft.com/office/drawing/2014/main" id="{9900254A-EB67-D590-1374-BD215C3EECC8}"/>
              </a:ext>
            </a:extLst>
          </p:cNvPr>
          <p:cNvSpPr/>
          <p:nvPr/>
        </p:nvSpPr>
        <p:spPr>
          <a:xfrm>
            <a:off x="7550000" y="2000000"/>
            <a:ext cx="380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400" b="1">
                <a:solidFill>
                  <a:srgbClr val="FFFFFF"/>
                </a:solidFill>
                <a:effectLst/>
                <a:latin typeface="Arial" panose="020B0604020202020204" pitchFamily="34" charset="0"/>
              </a:rPr>
              <a:t>Decide the hard calls in peacetime.</a:t>
            </a:r>
          </a:p>
        </p:txBody>
      </p:sp>
      <p:sp>
        <p:nvSpPr>
          <p:cNvPr id="22419" name="Rectangle 22418">
            <a:extLst>
              <a:ext uri="{FF2B5EF4-FFF2-40B4-BE49-F238E27FC236}">
                <a16:creationId xmlns:a16="http://schemas.microsoft.com/office/drawing/2014/main" id="{A6D0D85E-6336-4139-F574-D4E07650C1D8}"/>
              </a:ext>
            </a:extLst>
          </p:cNvPr>
          <p:cNvSpPr/>
          <p:nvPr/>
        </p:nvSpPr>
        <p:spPr>
          <a:xfrm>
            <a:off x="7550000" y="3000000"/>
            <a:ext cx="3800000" cy="1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D5E1F0"/>
                </a:solidFill>
                <a:effectLst/>
                <a:latin typeface="Arial" panose="020B0604020202020204" pitchFamily="34" charset="0"/>
              </a:rPr>
              <a:t>The agent won't wait. Pre-agree what the SOC may switch off, how much autonomy a defensive agent gets, the OT safe-state, your stance on paying, and who owns AI risk.</a:t>
            </a:r>
          </a:p>
        </p:txBody>
      </p:sp>
      <p:sp>
        <p:nvSpPr>
          <p:cNvPr id="22545" name="Rectangle 22544">
            <a:extLst>
              <a:ext uri="{FF2B5EF4-FFF2-40B4-BE49-F238E27FC236}">
                <a16:creationId xmlns:a16="http://schemas.microsoft.com/office/drawing/2014/main" id="{0CBB8AA4-E05C-070E-F95F-C5621CFC6BF3}"/>
              </a:ext>
            </a:extLst>
          </p:cNvPr>
          <p:cNvSpPr/>
          <p:nvPr/>
        </p:nvSpPr>
        <p:spPr>
          <a:xfrm>
            <a:off x="7550000" y="4800000"/>
            <a:ext cx="380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9FB3CC"/>
                </a:solidFill>
                <a:effectLst/>
                <a:latin typeface="Arial" panose="020B0604020202020204" pitchFamily="34" charset="0"/>
              </a:rPr>
              <a:t>Sources: Sysdig · Anthropic · Unit 42 · Dragos · Cloud Security Alliance · 2025–2026</a:t>
            </a:r>
          </a:p>
        </p:txBody>
      </p:sp>
    </p:spTree>
    <p:extLst>
      <p:ext uri="{BB962C8B-B14F-4D97-AF65-F5344CB8AC3E}">
        <p14:creationId xmlns:p14="http://schemas.microsoft.com/office/powerpoint/2010/main" val="35350144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0025"/>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D87CD75A-9B6C-4DD1-9C3C-F8C65F93CABE}"/>
              </a:ext>
            </a:extLst>
          </p:cNvPr>
          <p:cNvSpPr>
            <a:spLocks noGrp="1"/>
          </p:cNvSpPr>
          <p:nvPr/>
        </p:nvSpPr>
        <p:spPr>
          <a:xfrm>
            <a:off x="609600" y="266700"/>
            <a:ext cx="3810000" cy="190500"/>
          </a:xfrm>
          <a:prstGeom prst="rect">
            <a:avLst/>
          </a:prstGeom>
          <a:noFill/>
          <a:ln w="0">
            <a:noFill/>
            <a:prstDash val="solid"/>
          </a:ln>
        </p:spPr>
        <p:txBody>
          <a:bodyPr lIns="0" tIns="0" rIns="0" bIns="0" anchor="t">
            <a:noAutofit/>
          </a:bodyPr>
          <a:lstStyle/>
          <a:p>
            <a:pPr algn="l">
              <a:lnSpc>
                <a:spcPct val="105000"/>
              </a:lnSpc>
              <a:buNone/>
              <a:defRPr sz="975" b="1">
                <a:solidFill>
                  <a:srgbClr val="78DCFF"/>
                </a:solidFill>
                <a:latin typeface="Arial"/>
                <a:ea typeface="Arial"/>
                <a:cs typeface="Arial"/>
              </a:defRPr>
            </a:pPr>
            <a:r>
              <a:rPr lang="en-US" sz="1200" b="1">
                <a:solidFill>
                  <a:srgbClr val="78DCFF"/>
                </a:solidFill>
                <a:latin typeface="Arial"/>
                <a:ea typeface="Arial"/>
                <a:cs typeface="Arial"/>
              </a:rPr>
              <a:t>DEBRIEF · 5 MINUTES</a:t>
            </a:r>
            <a:endParaRPr sz="1200" b="1">
              <a:solidFill>
                <a:srgbClr val="78DCFF"/>
              </a:solidFill>
              <a:latin typeface="Arial"/>
              <a:ea typeface="Arial"/>
              <a:cs typeface="Arial"/>
            </a:endParaRPr>
          </a:p>
        </p:txBody>
      </p:sp>
      <p:sp>
        <p:nvSpPr>
          <p:cNvPr id="2" name="Rectangle 1">
            <a:extLst>
              <a:ext uri="{FF2B5EF4-FFF2-40B4-BE49-F238E27FC236}">
                <a16:creationId xmlns:a16="http://schemas.microsoft.com/office/drawing/2014/main" id="{26D154CD-067F-4BFF-98A8-26D0C160ECF2}"/>
              </a:ext>
            </a:extLst>
          </p:cNvPr>
          <p:cNvSpPr>
            <a:spLocks noGrp="1"/>
          </p:cNvSpPr>
          <p:nvPr/>
        </p:nvSpPr>
        <p:spPr>
          <a:xfrm>
            <a:off x="609600" y="495300"/>
            <a:ext cx="9906000" cy="571500"/>
          </a:xfrm>
          <a:prstGeom prst="rect">
            <a:avLst/>
          </a:prstGeom>
          <a:noFill/>
          <a:ln w="0">
            <a:noFill/>
            <a:prstDash val="solid"/>
          </a:ln>
        </p:spPr>
        <p:txBody>
          <a:bodyPr lIns="0" tIns="0" rIns="0" bIns="0" anchor="t">
            <a:noAutofit/>
          </a:bodyPr>
          <a:lstStyle/>
          <a:p>
            <a:pPr algn="l">
              <a:lnSpc>
                <a:spcPct val="95000"/>
              </a:lnSpc>
              <a:buNone/>
              <a:defRPr sz="3000" b="1">
                <a:solidFill>
                  <a:srgbClr val="FFFFFF"/>
                </a:solidFill>
                <a:latin typeface="Arial"/>
                <a:ea typeface="Arial"/>
                <a:cs typeface="Arial"/>
              </a:defRPr>
            </a:pPr>
            <a:r>
              <a:rPr lang="en-US" sz="3000" b="1">
                <a:solidFill>
                  <a:srgbClr val="FFFFFF"/>
                </a:solidFill>
                <a:latin typeface="Arial"/>
                <a:ea typeface="Arial"/>
                <a:cs typeface="Arial"/>
              </a:rPr>
              <a:t>Where Microsoft Security breaks the chain</a:t>
            </a:r>
            <a:endParaRPr sz="3000" b="1">
              <a:solidFill>
                <a:srgbClr val="FFFFFF"/>
              </a:solidFill>
              <a:latin typeface="Arial"/>
              <a:ea typeface="Arial"/>
              <a:cs typeface="Arial"/>
            </a:endParaRPr>
          </a:p>
        </p:txBody>
      </p:sp>
      <p:sp>
        <p:nvSpPr>
          <p:cNvPr id="3" name="Straight Connector 2">
            <a:extLst>
              <a:ext uri="{FF2B5EF4-FFF2-40B4-BE49-F238E27FC236}">
                <a16:creationId xmlns:a16="http://schemas.microsoft.com/office/drawing/2014/main" id="{2651D18C-F770-48F2-8C48-9B0F2F9C89A2}"/>
              </a:ext>
            </a:extLst>
          </p:cNvPr>
          <p:cNvSpPr>
            <a:spLocks noGrp="1"/>
          </p:cNvSpPr>
          <p:nvPr/>
        </p:nvSpPr>
        <p:spPr>
          <a:xfrm>
            <a:off x="609600" y="1104900"/>
            <a:ext cx="10953750" cy="9525"/>
          </a:xfrm>
          <a:prstGeom prst="line">
            <a:avLst/>
          </a:prstGeom>
          <a:noFill/>
          <a:ln w="9525">
            <a:solidFill>
              <a:srgbClr val="1E3A5F"/>
            </a:solidFill>
            <a:prstDash val="solid"/>
          </a:ln>
        </p:spPr>
        <p:txBody>
          <a:bodyPr/>
          <a:lstStyle/>
          <a:p>
            <a:endParaRPr lang="en-AU"/>
          </a:p>
        </p:txBody>
      </p:sp>
      <p:sp>
        <p:nvSpPr>
          <p:cNvPr id="4" name="Rectangle 3">
            <a:extLst>
              <a:ext uri="{FF2B5EF4-FFF2-40B4-BE49-F238E27FC236}">
                <a16:creationId xmlns:a16="http://schemas.microsoft.com/office/drawing/2014/main" id="{11608AA7-A6D5-4BCF-8EF5-F3BDD91199E9}"/>
              </a:ext>
            </a:extLst>
          </p:cNvPr>
          <p:cNvSpPr>
            <a:spLocks noGrp="1"/>
          </p:cNvSpPr>
          <p:nvPr/>
        </p:nvSpPr>
        <p:spPr>
          <a:xfrm>
            <a:off x="11268075" y="6496050"/>
            <a:ext cx="333375" cy="152400"/>
          </a:xfrm>
          <a:prstGeom prst="rect">
            <a:avLst/>
          </a:prstGeom>
          <a:noFill/>
          <a:ln w="0">
            <a:noFill/>
            <a:prstDash val="solid"/>
          </a:ln>
        </p:spPr>
        <p:txBody>
          <a:bodyPr lIns="0" tIns="0" rIns="0" bIns="0" anchor="t">
            <a:noAutofit/>
          </a:bodyPr>
          <a:lstStyle/>
          <a:p>
            <a:pPr algn="r">
              <a:lnSpc>
                <a:spcPct val="105000"/>
              </a:lnSpc>
              <a:buNone/>
              <a:defRPr sz="825" b="0">
                <a:solidFill>
                  <a:srgbClr val="9AA7B5"/>
                </a:solidFill>
                <a:latin typeface="Arial"/>
                <a:ea typeface="Arial"/>
                <a:cs typeface="Arial"/>
              </a:defRPr>
            </a:pPr>
            <a:r>
              <a:rPr lang="en-US" sz="1200" b="0">
                <a:solidFill>
                  <a:srgbClr val="9AA7B5"/>
                </a:solidFill>
                <a:latin typeface="Arial"/>
                <a:ea typeface="Arial"/>
                <a:cs typeface="Arial"/>
              </a:rPr>
              <a:t>23</a:t>
            </a:r>
          </a:p>
        </p:txBody>
      </p:sp>
      <p:sp>
        <p:nvSpPr>
          <p:cNvPr id="5" name="Rectangle 4">
            <a:extLst>
              <a:ext uri="{FF2B5EF4-FFF2-40B4-BE49-F238E27FC236}">
                <a16:creationId xmlns:a16="http://schemas.microsoft.com/office/drawing/2014/main" id="{1DBF02BB-6B67-4980-8BB4-2D97CEE07D17}"/>
              </a:ext>
            </a:extLst>
          </p:cNvPr>
          <p:cNvSpPr>
            <a:spLocks noGrp="1"/>
          </p:cNvSpPr>
          <p:nvPr/>
        </p:nvSpPr>
        <p:spPr>
          <a:xfrm>
            <a:off x="647700" y="1276350"/>
            <a:ext cx="9810750" cy="400050"/>
          </a:xfrm>
          <a:prstGeom prst="rect">
            <a:avLst/>
          </a:prstGeom>
          <a:noFill/>
          <a:ln w="0">
            <a:noFill/>
            <a:prstDash val="solid"/>
          </a:ln>
        </p:spPr>
        <p:txBody>
          <a:bodyPr lIns="0" tIns="0" rIns="0" bIns="0" anchor="t">
            <a:noAutofit/>
          </a:bodyPr>
          <a:lstStyle/>
          <a:p>
            <a:pPr algn="l">
              <a:lnSpc>
                <a:spcPct val="105000"/>
              </a:lnSpc>
              <a:buNone/>
              <a:defRPr sz="2100" b="1">
                <a:solidFill>
                  <a:srgbClr val="FFFFFF"/>
                </a:solidFill>
                <a:latin typeface="Arial"/>
                <a:ea typeface="Arial"/>
                <a:cs typeface="Arial"/>
              </a:defRPr>
            </a:pPr>
            <a:r>
              <a:rPr lang="en-US" sz="2100" b="1">
                <a:solidFill>
                  <a:srgbClr val="FFFFFF"/>
                </a:solidFill>
                <a:latin typeface="Arial"/>
                <a:ea typeface="Arial"/>
                <a:cs typeface="Arial"/>
              </a:rPr>
              <a:t>Every inject had a control that buys back minutes.</a:t>
            </a:r>
            <a:endParaRPr sz="2100" b="1">
              <a:solidFill>
                <a:srgbClr val="FFFFFF"/>
              </a:solidFill>
              <a:latin typeface="Arial"/>
              <a:ea typeface="Arial"/>
              <a:cs typeface="Arial"/>
            </a:endParaRPr>
          </a:p>
        </p:txBody>
      </p:sp>
      <p:sp>
        <p:nvSpPr>
          <p:cNvPr id="6" name="Rectangle 5">
            <a:extLst>
              <a:ext uri="{FF2B5EF4-FFF2-40B4-BE49-F238E27FC236}">
                <a16:creationId xmlns:a16="http://schemas.microsoft.com/office/drawing/2014/main" id="{5F62DACF-F469-40D6-9596-9589FE1254F8}"/>
              </a:ext>
            </a:extLst>
          </p:cNvPr>
          <p:cNvSpPr>
            <a:spLocks noGrp="1"/>
          </p:cNvSpPr>
          <p:nvPr/>
        </p:nvSpPr>
        <p:spPr>
          <a:xfrm>
            <a:off x="666750" y="1952625"/>
            <a:ext cx="76200" cy="523875"/>
          </a:xfrm>
          <a:prstGeom prst="rect">
            <a:avLst/>
          </a:prstGeom>
          <a:solidFill>
            <a:srgbClr val="00AEFF"/>
          </a:solidFill>
          <a:ln w="0">
            <a:noFill/>
            <a:prstDash val="solid"/>
          </a:ln>
        </p:spPr>
        <p:txBody>
          <a:bodyPr/>
          <a:lstStyle/>
          <a:p>
            <a:endParaRPr lang="en-AU"/>
          </a:p>
        </p:txBody>
      </p:sp>
      <p:sp>
        <p:nvSpPr>
          <p:cNvPr id="7" name="Rectangle 6">
            <a:extLst>
              <a:ext uri="{FF2B5EF4-FFF2-40B4-BE49-F238E27FC236}">
                <a16:creationId xmlns:a16="http://schemas.microsoft.com/office/drawing/2014/main" id="{A05CED83-B177-4480-8730-33B72DC19DBB}"/>
              </a:ext>
            </a:extLst>
          </p:cNvPr>
          <p:cNvSpPr>
            <a:spLocks noGrp="1"/>
          </p:cNvSpPr>
          <p:nvPr/>
        </p:nvSpPr>
        <p:spPr>
          <a:xfrm>
            <a:off x="942975" y="1952625"/>
            <a:ext cx="2190750" cy="228600"/>
          </a:xfrm>
          <a:prstGeom prst="rect">
            <a:avLst/>
          </a:prstGeom>
          <a:noFill/>
          <a:ln w="0">
            <a:noFill/>
            <a:prstDash val="solid"/>
          </a:ln>
        </p:spPr>
        <p:txBody>
          <a:bodyPr lIns="0" tIns="0" rIns="0" bIns="0" anchor="t">
            <a:noAutofit/>
          </a:bodyPr>
          <a:lstStyle/>
          <a:p>
            <a:pPr algn="l">
              <a:lnSpc>
                <a:spcPct val="105000"/>
              </a:lnSpc>
              <a:buNone/>
              <a:defRPr sz="1125" b="1">
                <a:solidFill>
                  <a:srgbClr val="00AEFF"/>
                </a:solidFill>
                <a:latin typeface="Arial"/>
                <a:ea typeface="Arial"/>
                <a:cs typeface="Arial"/>
              </a:defRPr>
            </a:pPr>
            <a:r>
              <a:rPr lang="en-US" sz="1200" b="1">
                <a:solidFill>
                  <a:srgbClr val="00AEFF"/>
                </a:solidFill>
                <a:latin typeface="Arial"/>
                <a:ea typeface="Arial"/>
                <a:cs typeface="Arial"/>
              </a:rPr>
              <a:t>REDUCE EXPOSURE</a:t>
            </a:r>
            <a:endParaRPr sz="1200" b="1">
              <a:solidFill>
                <a:srgbClr val="00AEFF"/>
              </a:solidFill>
              <a:latin typeface="Arial"/>
              <a:ea typeface="Arial"/>
              <a:cs typeface="Arial"/>
            </a:endParaRPr>
          </a:p>
        </p:txBody>
      </p:sp>
      <p:sp>
        <p:nvSpPr>
          <p:cNvPr id="8" name="Rectangle 7">
            <a:extLst>
              <a:ext uri="{FF2B5EF4-FFF2-40B4-BE49-F238E27FC236}">
                <a16:creationId xmlns:a16="http://schemas.microsoft.com/office/drawing/2014/main" id="{530E1CB8-A7A7-44BF-849E-5832692C2E94}"/>
              </a:ext>
            </a:extLst>
          </p:cNvPr>
          <p:cNvSpPr>
            <a:spLocks noGrp="1"/>
          </p:cNvSpPr>
          <p:nvPr/>
        </p:nvSpPr>
        <p:spPr>
          <a:xfrm>
            <a:off x="3333750" y="1933575"/>
            <a:ext cx="7905750" cy="495300"/>
          </a:xfrm>
          <a:prstGeom prst="rect">
            <a:avLst/>
          </a:prstGeom>
          <a:noFill/>
          <a:ln w="0">
            <a:noFill/>
            <a:prstDash val="solid"/>
          </a:ln>
        </p:spPr>
        <p:txBody>
          <a:bodyPr lIns="0" tIns="0" rIns="0" bIns="0" anchor="t">
            <a:noAutofit/>
          </a:bodyPr>
          <a:lstStyle/>
          <a:p>
            <a:pPr algn="l">
              <a:lnSpc>
                <a:spcPct val="104000"/>
              </a:lnSpc>
              <a:buNone/>
              <a:defRPr sz="1500" b="1">
                <a:solidFill>
                  <a:srgbClr val="FFFFFF"/>
                </a:solidFill>
                <a:latin typeface="Arial"/>
                <a:ea typeface="Arial"/>
                <a:cs typeface="Arial"/>
              </a:defRPr>
            </a:pPr>
            <a:r>
              <a:rPr lang="en-US" sz="1500" b="1">
                <a:solidFill>
                  <a:srgbClr val="FFFFFF"/>
                </a:solidFill>
                <a:latin typeface="Arial"/>
                <a:ea typeface="Arial"/>
                <a:cs typeface="Arial"/>
              </a:rPr>
              <a:t>Security Exposure Management · Defender for Cloud posture · External ASM</a:t>
            </a:r>
            <a:endParaRPr sz="1500" b="1">
              <a:solidFill>
                <a:srgbClr val="FFFFFF"/>
              </a:solidFill>
              <a:latin typeface="Arial"/>
              <a:ea typeface="Arial"/>
              <a:cs typeface="Arial"/>
            </a:endParaRPr>
          </a:p>
        </p:txBody>
      </p:sp>
      <p:sp>
        <p:nvSpPr>
          <p:cNvPr id="9" name="Rectangle 8">
            <a:extLst>
              <a:ext uri="{FF2B5EF4-FFF2-40B4-BE49-F238E27FC236}">
                <a16:creationId xmlns:a16="http://schemas.microsoft.com/office/drawing/2014/main" id="{97E91A5C-1120-4564-8BA8-8D3D75A35EDF}"/>
              </a:ext>
            </a:extLst>
          </p:cNvPr>
          <p:cNvSpPr>
            <a:spLocks noGrp="1"/>
          </p:cNvSpPr>
          <p:nvPr/>
        </p:nvSpPr>
        <p:spPr>
          <a:xfrm>
            <a:off x="666750" y="2676525"/>
            <a:ext cx="76200" cy="523875"/>
          </a:xfrm>
          <a:prstGeom prst="rect">
            <a:avLst/>
          </a:prstGeom>
          <a:solidFill>
            <a:srgbClr val="7C3AED"/>
          </a:solidFill>
          <a:ln w="0">
            <a:noFill/>
            <a:prstDash val="solid"/>
          </a:ln>
        </p:spPr>
        <p:txBody>
          <a:bodyPr/>
          <a:lstStyle/>
          <a:p>
            <a:endParaRPr lang="en-AU"/>
          </a:p>
        </p:txBody>
      </p:sp>
      <p:sp>
        <p:nvSpPr>
          <p:cNvPr id="10" name="Rectangle 9">
            <a:extLst>
              <a:ext uri="{FF2B5EF4-FFF2-40B4-BE49-F238E27FC236}">
                <a16:creationId xmlns:a16="http://schemas.microsoft.com/office/drawing/2014/main" id="{93F21FD3-9373-4B1E-A18F-9B6E34CED72F}"/>
              </a:ext>
            </a:extLst>
          </p:cNvPr>
          <p:cNvSpPr>
            <a:spLocks noGrp="1"/>
          </p:cNvSpPr>
          <p:nvPr/>
        </p:nvSpPr>
        <p:spPr>
          <a:xfrm>
            <a:off x="942975" y="2676525"/>
            <a:ext cx="2190750" cy="228600"/>
          </a:xfrm>
          <a:prstGeom prst="rect">
            <a:avLst/>
          </a:prstGeom>
          <a:noFill/>
          <a:ln w="0">
            <a:noFill/>
            <a:prstDash val="solid"/>
          </a:ln>
        </p:spPr>
        <p:txBody>
          <a:bodyPr lIns="0" tIns="0" rIns="0" bIns="0" anchor="t">
            <a:noAutofit/>
          </a:bodyPr>
          <a:lstStyle/>
          <a:p>
            <a:pPr algn="l">
              <a:lnSpc>
                <a:spcPct val="105000"/>
              </a:lnSpc>
              <a:buNone/>
              <a:defRPr sz="1125" b="1">
                <a:solidFill>
                  <a:srgbClr val="7C3AED"/>
                </a:solidFill>
                <a:latin typeface="Arial"/>
                <a:ea typeface="Arial"/>
                <a:cs typeface="Arial"/>
              </a:defRPr>
            </a:pPr>
            <a:r>
              <a:rPr lang="en-US" sz="1200" b="1">
                <a:solidFill>
                  <a:srgbClr val="7C3AED"/>
                </a:solidFill>
                <a:latin typeface="Arial"/>
                <a:ea typeface="Arial"/>
                <a:cs typeface="Arial"/>
              </a:rPr>
              <a:t>IDENTITY &amp; SECRETS</a:t>
            </a:r>
            <a:endParaRPr sz="1200" b="1">
              <a:solidFill>
                <a:srgbClr val="7C3AED"/>
              </a:solidFill>
              <a:latin typeface="Arial"/>
              <a:ea typeface="Arial"/>
              <a:cs typeface="Arial"/>
            </a:endParaRPr>
          </a:p>
        </p:txBody>
      </p:sp>
      <p:sp>
        <p:nvSpPr>
          <p:cNvPr id="11" name="Rectangle 10">
            <a:extLst>
              <a:ext uri="{FF2B5EF4-FFF2-40B4-BE49-F238E27FC236}">
                <a16:creationId xmlns:a16="http://schemas.microsoft.com/office/drawing/2014/main" id="{4471F6DF-B705-4C63-B56C-24A733881B9D}"/>
              </a:ext>
            </a:extLst>
          </p:cNvPr>
          <p:cNvSpPr>
            <a:spLocks noGrp="1"/>
          </p:cNvSpPr>
          <p:nvPr/>
        </p:nvSpPr>
        <p:spPr>
          <a:xfrm>
            <a:off x="3333750" y="2657475"/>
            <a:ext cx="7905750" cy="495300"/>
          </a:xfrm>
          <a:prstGeom prst="rect">
            <a:avLst/>
          </a:prstGeom>
          <a:noFill/>
          <a:ln w="0">
            <a:noFill/>
            <a:prstDash val="solid"/>
          </a:ln>
        </p:spPr>
        <p:txBody>
          <a:bodyPr lIns="0" tIns="0" rIns="0" bIns="0" anchor="t">
            <a:noAutofit/>
          </a:bodyPr>
          <a:lstStyle/>
          <a:p>
            <a:pPr algn="l">
              <a:lnSpc>
                <a:spcPct val="104000"/>
              </a:lnSpc>
              <a:buNone/>
              <a:defRPr sz="1500" b="1">
                <a:solidFill>
                  <a:srgbClr val="FFFFFF"/>
                </a:solidFill>
                <a:latin typeface="Arial"/>
                <a:ea typeface="Arial"/>
                <a:cs typeface="Arial"/>
              </a:defRPr>
            </a:pPr>
            <a:r>
              <a:rPr lang="en-US" sz="1500" b="1">
                <a:solidFill>
                  <a:srgbClr val="FFFFFF"/>
                </a:solidFill>
                <a:latin typeface="Arial"/>
                <a:ea typeface="Arial"/>
                <a:cs typeface="Arial"/>
              </a:rPr>
              <a:t>Entra Workload ID · Conditional Access for workloads · Key Vault · Agent ID</a:t>
            </a:r>
            <a:endParaRPr sz="1500" b="1">
              <a:solidFill>
                <a:srgbClr val="FFFFFF"/>
              </a:solidFill>
              <a:latin typeface="Arial"/>
              <a:ea typeface="Arial"/>
              <a:cs typeface="Arial"/>
            </a:endParaRPr>
          </a:p>
        </p:txBody>
      </p:sp>
      <p:sp>
        <p:nvSpPr>
          <p:cNvPr id="12" name="Rectangle 11">
            <a:extLst>
              <a:ext uri="{FF2B5EF4-FFF2-40B4-BE49-F238E27FC236}">
                <a16:creationId xmlns:a16="http://schemas.microsoft.com/office/drawing/2014/main" id="{BD2B7609-0E43-4AD4-B2C0-70289568A935}"/>
              </a:ext>
            </a:extLst>
          </p:cNvPr>
          <p:cNvSpPr>
            <a:spLocks noGrp="1"/>
          </p:cNvSpPr>
          <p:nvPr/>
        </p:nvSpPr>
        <p:spPr>
          <a:xfrm>
            <a:off x="666750" y="3400425"/>
            <a:ext cx="76200" cy="523875"/>
          </a:xfrm>
          <a:prstGeom prst="rect">
            <a:avLst/>
          </a:prstGeom>
          <a:solidFill>
            <a:srgbClr val="00FFFF"/>
          </a:solidFill>
          <a:ln w="0">
            <a:noFill/>
            <a:prstDash val="solid"/>
          </a:ln>
        </p:spPr>
        <p:txBody>
          <a:bodyPr/>
          <a:lstStyle/>
          <a:p>
            <a:endParaRPr lang="en-AU"/>
          </a:p>
        </p:txBody>
      </p:sp>
      <p:sp>
        <p:nvSpPr>
          <p:cNvPr id="13" name="Rectangle 12">
            <a:extLst>
              <a:ext uri="{FF2B5EF4-FFF2-40B4-BE49-F238E27FC236}">
                <a16:creationId xmlns:a16="http://schemas.microsoft.com/office/drawing/2014/main" id="{205D5B7F-D82A-4138-B4E3-5DB765FA6608}"/>
              </a:ext>
            </a:extLst>
          </p:cNvPr>
          <p:cNvSpPr>
            <a:spLocks noGrp="1"/>
          </p:cNvSpPr>
          <p:nvPr/>
        </p:nvSpPr>
        <p:spPr>
          <a:xfrm>
            <a:off x="942975" y="3400425"/>
            <a:ext cx="2190750" cy="228600"/>
          </a:xfrm>
          <a:prstGeom prst="rect">
            <a:avLst/>
          </a:prstGeom>
          <a:noFill/>
          <a:ln w="0">
            <a:noFill/>
            <a:prstDash val="solid"/>
          </a:ln>
        </p:spPr>
        <p:txBody>
          <a:bodyPr lIns="0" tIns="0" rIns="0" bIns="0" anchor="t">
            <a:noAutofit/>
          </a:bodyPr>
          <a:lstStyle/>
          <a:p>
            <a:pPr algn="l">
              <a:lnSpc>
                <a:spcPct val="105000"/>
              </a:lnSpc>
              <a:buNone/>
              <a:defRPr sz="1125" b="1">
                <a:solidFill>
                  <a:srgbClr val="00FFFF"/>
                </a:solidFill>
                <a:latin typeface="Arial"/>
                <a:ea typeface="Arial"/>
                <a:cs typeface="Arial"/>
              </a:defRPr>
            </a:pPr>
            <a:r>
              <a:rPr lang="en-US" sz="1200" b="1">
                <a:solidFill>
                  <a:srgbClr val="00FFFF"/>
                </a:solidFill>
                <a:latin typeface="Arial"/>
                <a:ea typeface="Arial"/>
                <a:cs typeface="Arial"/>
              </a:rPr>
              <a:t>DATA &amp; RECOVERY</a:t>
            </a:r>
            <a:endParaRPr sz="1200" b="1">
              <a:solidFill>
                <a:srgbClr val="00FFFF"/>
              </a:solidFill>
              <a:latin typeface="Arial"/>
              <a:ea typeface="Arial"/>
              <a:cs typeface="Arial"/>
            </a:endParaRPr>
          </a:p>
        </p:txBody>
      </p:sp>
      <p:sp>
        <p:nvSpPr>
          <p:cNvPr id="14" name="Rectangle 13">
            <a:extLst>
              <a:ext uri="{FF2B5EF4-FFF2-40B4-BE49-F238E27FC236}">
                <a16:creationId xmlns:a16="http://schemas.microsoft.com/office/drawing/2014/main" id="{B1D665D9-CDB6-46DD-9613-40305E11E4C2}"/>
              </a:ext>
            </a:extLst>
          </p:cNvPr>
          <p:cNvSpPr>
            <a:spLocks noGrp="1"/>
          </p:cNvSpPr>
          <p:nvPr/>
        </p:nvSpPr>
        <p:spPr>
          <a:xfrm>
            <a:off x="3333750" y="3381375"/>
            <a:ext cx="7905750" cy="495300"/>
          </a:xfrm>
          <a:prstGeom prst="rect">
            <a:avLst/>
          </a:prstGeom>
          <a:noFill/>
          <a:ln w="0">
            <a:noFill/>
            <a:prstDash val="solid"/>
          </a:ln>
        </p:spPr>
        <p:txBody>
          <a:bodyPr lIns="0" tIns="0" rIns="0" bIns="0" anchor="t">
            <a:noAutofit/>
          </a:bodyPr>
          <a:lstStyle/>
          <a:p>
            <a:pPr algn="l">
              <a:lnSpc>
                <a:spcPct val="104000"/>
              </a:lnSpc>
              <a:buNone/>
              <a:defRPr sz="1500" b="1">
                <a:solidFill>
                  <a:srgbClr val="FFFFFF"/>
                </a:solidFill>
                <a:latin typeface="Arial"/>
                <a:ea typeface="Arial"/>
                <a:cs typeface="Arial"/>
              </a:defRPr>
            </a:pPr>
            <a:r>
              <a:rPr lang="en-US" sz="1500" b="1">
                <a:solidFill>
                  <a:srgbClr val="FFFFFF"/>
                </a:solidFill>
                <a:latin typeface="Arial"/>
                <a:ea typeface="Arial"/>
                <a:cs typeface="Arial"/>
              </a:rPr>
              <a:t>Purview DSPM for AI · Defender for databases · immutable, offline backups</a:t>
            </a:r>
            <a:endParaRPr sz="1500" b="1">
              <a:solidFill>
                <a:srgbClr val="FFFFFF"/>
              </a:solidFill>
              <a:latin typeface="Arial"/>
              <a:ea typeface="Arial"/>
              <a:cs typeface="Arial"/>
            </a:endParaRPr>
          </a:p>
        </p:txBody>
      </p:sp>
      <p:sp>
        <p:nvSpPr>
          <p:cNvPr id="15" name="Rectangle 14">
            <a:extLst>
              <a:ext uri="{FF2B5EF4-FFF2-40B4-BE49-F238E27FC236}">
                <a16:creationId xmlns:a16="http://schemas.microsoft.com/office/drawing/2014/main" id="{798B51C5-63B9-485B-80F0-79B5333523BD}"/>
              </a:ext>
            </a:extLst>
          </p:cNvPr>
          <p:cNvSpPr>
            <a:spLocks noGrp="1"/>
          </p:cNvSpPr>
          <p:nvPr/>
        </p:nvSpPr>
        <p:spPr>
          <a:xfrm>
            <a:off x="666750" y="4124325"/>
            <a:ext cx="76200" cy="523875"/>
          </a:xfrm>
          <a:prstGeom prst="rect">
            <a:avLst/>
          </a:prstGeom>
          <a:solidFill>
            <a:srgbClr val="E5484D"/>
          </a:solidFill>
          <a:ln w="0">
            <a:noFill/>
            <a:prstDash val="solid"/>
          </a:ln>
        </p:spPr>
        <p:txBody>
          <a:bodyPr/>
          <a:lstStyle/>
          <a:p>
            <a:endParaRPr lang="en-AU"/>
          </a:p>
        </p:txBody>
      </p:sp>
      <p:sp>
        <p:nvSpPr>
          <p:cNvPr id="16" name="Rectangle 15">
            <a:extLst>
              <a:ext uri="{FF2B5EF4-FFF2-40B4-BE49-F238E27FC236}">
                <a16:creationId xmlns:a16="http://schemas.microsoft.com/office/drawing/2014/main" id="{A570424D-AA15-4E0D-B89F-DABCD85BADE0}"/>
              </a:ext>
            </a:extLst>
          </p:cNvPr>
          <p:cNvSpPr>
            <a:spLocks noGrp="1"/>
          </p:cNvSpPr>
          <p:nvPr/>
        </p:nvSpPr>
        <p:spPr>
          <a:xfrm>
            <a:off x="942975" y="4124325"/>
            <a:ext cx="2190750" cy="228600"/>
          </a:xfrm>
          <a:prstGeom prst="rect">
            <a:avLst/>
          </a:prstGeom>
          <a:noFill/>
          <a:ln w="0">
            <a:noFill/>
            <a:prstDash val="solid"/>
          </a:ln>
        </p:spPr>
        <p:txBody>
          <a:bodyPr lIns="0" tIns="0" rIns="0" bIns="0" anchor="t">
            <a:noAutofit/>
          </a:bodyPr>
          <a:lstStyle/>
          <a:p>
            <a:pPr algn="l">
              <a:lnSpc>
                <a:spcPct val="105000"/>
              </a:lnSpc>
              <a:buNone/>
              <a:defRPr sz="1125" b="1">
                <a:solidFill>
                  <a:srgbClr val="E5484D"/>
                </a:solidFill>
                <a:latin typeface="Arial"/>
                <a:ea typeface="Arial"/>
                <a:cs typeface="Arial"/>
              </a:defRPr>
            </a:pPr>
            <a:r>
              <a:rPr lang="en-US" sz="1200" b="1">
                <a:solidFill>
                  <a:srgbClr val="E5484D"/>
                </a:solidFill>
                <a:latin typeface="Arial"/>
                <a:ea typeface="Arial"/>
                <a:cs typeface="Arial"/>
              </a:rPr>
              <a:t>DETECT &amp; DISRUPT</a:t>
            </a:r>
            <a:endParaRPr sz="1200" b="1">
              <a:solidFill>
                <a:srgbClr val="E5484D"/>
              </a:solidFill>
              <a:latin typeface="Arial"/>
              <a:ea typeface="Arial"/>
              <a:cs typeface="Arial"/>
            </a:endParaRPr>
          </a:p>
        </p:txBody>
      </p:sp>
      <p:sp>
        <p:nvSpPr>
          <p:cNvPr id="17" name="Rectangle 16">
            <a:extLst>
              <a:ext uri="{FF2B5EF4-FFF2-40B4-BE49-F238E27FC236}">
                <a16:creationId xmlns:a16="http://schemas.microsoft.com/office/drawing/2014/main" id="{9DBC17D2-DBD5-4B2A-855D-7F448AA23E1A}"/>
              </a:ext>
            </a:extLst>
          </p:cNvPr>
          <p:cNvSpPr>
            <a:spLocks noGrp="1"/>
          </p:cNvSpPr>
          <p:nvPr/>
        </p:nvSpPr>
        <p:spPr>
          <a:xfrm>
            <a:off x="3333750" y="4105275"/>
            <a:ext cx="7905750" cy="495300"/>
          </a:xfrm>
          <a:prstGeom prst="rect">
            <a:avLst/>
          </a:prstGeom>
          <a:noFill/>
          <a:ln w="0">
            <a:noFill/>
            <a:prstDash val="solid"/>
          </a:ln>
        </p:spPr>
        <p:txBody>
          <a:bodyPr lIns="0" tIns="0" rIns="0" bIns="0" anchor="t">
            <a:noAutofit/>
          </a:bodyPr>
          <a:lstStyle/>
          <a:p>
            <a:pPr algn="l">
              <a:lnSpc>
                <a:spcPct val="104000"/>
              </a:lnSpc>
              <a:buNone/>
              <a:defRPr sz="1500" b="1">
                <a:solidFill>
                  <a:srgbClr val="FFFFFF"/>
                </a:solidFill>
                <a:latin typeface="Arial"/>
                <a:ea typeface="Arial"/>
                <a:cs typeface="Arial"/>
              </a:defRPr>
            </a:pPr>
            <a:r>
              <a:rPr lang="en-US" sz="1500" b="1">
                <a:solidFill>
                  <a:srgbClr val="FFFFFF"/>
                </a:solidFill>
                <a:latin typeface="Arial"/>
                <a:ea typeface="Arial"/>
                <a:cs typeface="Arial"/>
              </a:rPr>
              <a:t>Defender XDR · Sentinel · OT/East-West visibility · automatic attack disruption</a:t>
            </a:r>
          </a:p>
        </p:txBody>
      </p:sp>
      <p:sp>
        <p:nvSpPr>
          <p:cNvPr id="18" name="Rectangle 17">
            <a:extLst>
              <a:ext uri="{FF2B5EF4-FFF2-40B4-BE49-F238E27FC236}">
                <a16:creationId xmlns:a16="http://schemas.microsoft.com/office/drawing/2014/main" id="{8D642199-858A-4411-BC1A-A148DA89C7F8}"/>
              </a:ext>
            </a:extLst>
          </p:cNvPr>
          <p:cNvSpPr>
            <a:spLocks noGrp="1"/>
          </p:cNvSpPr>
          <p:nvPr/>
        </p:nvSpPr>
        <p:spPr>
          <a:xfrm>
            <a:off x="666750" y="4848225"/>
            <a:ext cx="76200" cy="523875"/>
          </a:xfrm>
          <a:prstGeom prst="rect">
            <a:avLst/>
          </a:prstGeom>
          <a:solidFill>
            <a:srgbClr val="007BC3"/>
          </a:solidFill>
          <a:ln w="0">
            <a:noFill/>
            <a:prstDash val="solid"/>
          </a:ln>
        </p:spPr>
        <p:txBody>
          <a:bodyPr/>
          <a:lstStyle/>
          <a:p>
            <a:endParaRPr lang="en-AU"/>
          </a:p>
        </p:txBody>
      </p:sp>
      <p:sp>
        <p:nvSpPr>
          <p:cNvPr id="19" name="Rectangle 18">
            <a:extLst>
              <a:ext uri="{FF2B5EF4-FFF2-40B4-BE49-F238E27FC236}">
                <a16:creationId xmlns:a16="http://schemas.microsoft.com/office/drawing/2014/main" id="{539B8733-D7A8-4D75-873A-29EA046D82C0}"/>
              </a:ext>
            </a:extLst>
          </p:cNvPr>
          <p:cNvSpPr>
            <a:spLocks noGrp="1"/>
          </p:cNvSpPr>
          <p:nvPr/>
        </p:nvSpPr>
        <p:spPr>
          <a:xfrm>
            <a:off x="942975" y="4848225"/>
            <a:ext cx="2190750" cy="228600"/>
          </a:xfrm>
          <a:prstGeom prst="rect">
            <a:avLst/>
          </a:prstGeom>
          <a:noFill/>
          <a:ln w="0">
            <a:noFill/>
            <a:prstDash val="solid"/>
          </a:ln>
        </p:spPr>
        <p:txBody>
          <a:bodyPr lIns="0" tIns="0" rIns="0" bIns="0" anchor="t">
            <a:noAutofit/>
          </a:bodyPr>
          <a:lstStyle/>
          <a:p>
            <a:pPr algn="l">
              <a:lnSpc>
                <a:spcPct val="105000"/>
              </a:lnSpc>
              <a:buNone/>
              <a:defRPr sz="1125" b="1">
                <a:solidFill>
                  <a:srgbClr val="007BC3"/>
                </a:solidFill>
                <a:latin typeface="Arial"/>
                <a:ea typeface="Arial"/>
                <a:cs typeface="Arial"/>
              </a:defRPr>
            </a:pPr>
            <a:r>
              <a:rPr lang="en-US" sz="1200" b="1">
                <a:solidFill>
                  <a:srgbClr val="007BC3"/>
                </a:solidFill>
                <a:latin typeface="Arial"/>
                <a:ea typeface="Arial"/>
                <a:cs typeface="Arial"/>
              </a:rPr>
              <a:t>MACHINE-SPEED SOC</a:t>
            </a:r>
            <a:endParaRPr sz="1200" b="1">
              <a:solidFill>
                <a:srgbClr val="007BC3"/>
              </a:solidFill>
              <a:latin typeface="Arial"/>
              <a:ea typeface="Arial"/>
              <a:cs typeface="Arial"/>
            </a:endParaRPr>
          </a:p>
        </p:txBody>
      </p:sp>
      <p:sp>
        <p:nvSpPr>
          <p:cNvPr id="20" name="Rectangle 19">
            <a:extLst>
              <a:ext uri="{FF2B5EF4-FFF2-40B4-BE49-F238E27FC236}">
                <a16:creationId xmlns:a16="http://schemas.microsoft.com/office/drawing/2014/main" id="{E783BB61-7A92-42E9-B571-E74431F80D1B}"/>
              </a:ext>
            </a:extLst>
          </p:cNvPr>
          <p:cNvSpPr>
            <a:spLocks noGrp="1"/>
          </p:cNvSpPr>
          <p:nvPr/>
        </p:nvSpPr>
        <p:spPr>
          <a:xfrm>
            <a:off x="3333750" y="4829175"/>
            <a:ext cx="7905750" cy="495300"/>
          </a:xfrm>
          <a:prstGeom prst="rect">
            <a:avLst/>
          </a:prstGeom>
          <a:noFill/>
          <a:ln w="0">
            <a:noFill/>
            <a:prstDash val="solid"/>
          </a:ln>
        </p:spPr>
        <p:txBody>
          <a:bodyPr lIns="0" tIns="0" rIns="0" bIns="0" anchor="t">
            <a:noAutofit/>
          </a:bodyPr>
          <a:lstStyle/>
          <a:p>
            <a:pPr algn="l">
              <a:lnSpc>
                <a:spcPct val="104000"/>
              </a:lnSpc>
              <a:buNone/>
              <a:defRPr sz="1500" b="1">
                <a:solidFill>
                  <a:srgbClr val="FFFFFF"/>
                </a:solidFill>
                <a:latin typeface="Arial"/>
                <a:ea typeface="Arial"/>
                <a:cs typeface="Arial"/>
              </a:defRPr>
            </a:pPr>
            <a:r>
              <a:rPr lang="en-US" sz="1500" b="1">
                <a:solidFill>
                  <a:srgbClr val="FFFFFF"/>
                </a:solidFill>
                <a:latin typeface="Arial"/>
                <a:ea typeface="Arial"/>
                <a:cs typeface="Arial"/>
              </a:rPr>
              <a:t>Agentic SOC with human-on-the-loop · rules of engagement · ground-truth checks on AI triage</a:t>
            </a:r>
          </a:p>
        </p:txBody>
      </p:sp>
      <p:sp>
        <p:nvSpPr>
          <p:cNvPr id="21" name="Rectangle 20">
            <a:extLst>
              <a:ext uri="{FF2B5EF4-FFF2-40B4-BE49-F238E27FC236}">
                <a16:creationId xmlns:a16="http://schemas.microsoft.com/office/drawing/2014/main" id="{2FD3BC4C-E0A1-4628-9AA6-C29D3C8A27D0}"/>
              </a:ext>
            </a:extLst>
          </p:cNvPr>
          <p:cNvSpPr>
            <a:spLocks noGrp="1"/>
          </p:cNvSpPr>
          <p:nvPr/>
        </p:nvSpPr>
        <p:spPr>
          <a:xfrm>
            <a:off x="6900000" y="6050000"/>
            <a:ext cx="4300000" cy="300000"/>
          </a:xfrm>
          <a:prstGeom prst="rect">
            <a:avLst/>
          </a:prstGeom>
          <a:noFill/>
          <a:ln w="0">
            <a:noFill/>
            <a:prstDash val="solid"/>
          </a:ln>
        </p:spPr>
        <p:txBody>
          <a:bodyPr lIns="0" tIns="0" rIns="0" bIns="0" anchor="t">
            <a:noAutofit/>
          </a:bodyPr>
          <a:lstStyle/>
          <a:p>
            <a:pPr algn="r">
              <a:lnSpc>
                <a:spcPct val="105000"/>
              </a:lnSpc>
              <a:buNone/>
              <a:defRPr sz="975" b="0">
                <a:solidFill>
                  <a:srgbClr val="9AA7B5"/>
                </a:solidFill>
                <a:latin typeface="Arial"/>
                <a:ea typeface="Arial"/>
                <a:cs typeface="Arial"/>
              </a:defRPr>
            </a:pPr>
            <a:r>
              <a:rPr sz="1200" b="0">
                <a:solidFill>
                  <a:srgbClr val="9AA7B5"/>
                </a:solidFill>
                <a:latin typeface="Arial"/>
                <a:ea typeface="Arial"/>
                <a:cs typeface="Arial"/>
              </a:rPr>
              <a:t>Capability map, not a complete target architecture</a:t>
            </a:r>
          </a:p>
        </p:txBody>
      </p:sp>
    </p:spTree>
    <p:extLst>
      <p:ext uri="{BB962C8B-B14F-4D97-AF65-F5344CB8AC3E}">
        <p14:creationId xmlns:p14="http://schemas.microsoft.com/office/powerpoint/2010/main" val="13369982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0025"/>
        </a:solidFill>
        <a:effectLst/>
      </p:bgPr>
    </p:bg>
    <p:spTree>
      <p:nvGrpSpPr>
        <p:cNvPr id="1" name=""/>
        <p:cNvGrpSpPr/>
        <p:nvPr/>
      </p:nvGrpSpPr>
      <p:grpSpPr>
        <a:xfrm>
          <a:off x="0" y="0"/>
          <a:ext cx="0" cy="0"/>
          <a:chOff x="0" y="0"/>
          <a:chExt cx="0" cy="0"/>
        </a:xfrm>
      </p:grpSpPr>
      <p:sp>
        <p:nvSpPr>
          <p:cNvPr id="26116" name="Rectangle 26115">
            <a:extLst>
              <a:ext uri="{FF2B5EF4-FFF2-40B4-BE49-F238E27FC236}">
                <a16:creationId xmlns:a16="http://schemas.microsoft.com/office/drawing/2014/main" id="{A1BB8980-F0AF-2638-901E-5009F3C8B769}"/>
              </a:ext>
            </a:extLst>
          </p:cNvPr>
          <p:cNvSpPr/>
          <p:nvPr/>
        </p:nvSpPr>
        <p:spPr>
          <a:xfrm>
            <a:off x="609600" y="236000"/>
            <a:ext cx="10972800" cy="2593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PROTECT · 3 MINUTES</a:t>
            </a:r>
          </a:p>
          <a:p>
            <a:pPr algn="l">
              <a:buNone/>
            </a:pPr>
            <a:r>
              <a:rPr lang="en-US" sz="100">
                <a:effectLst/>
              </a:rPr>
              <a:t> </a:t>
            </a:r>
            <a:endParaRPr lang="en-US"/>
          </a:p>
        </p:txBody>
      </p:sp>
      <p:sp>
        <p:nvSpPr>
          <p:cNvPr id="26201" name="Rectangle 26200">
            <a:extLst>
              <a:ext uri="{FF2B5EF4-FFF2-40B4-BE49-F238E27FC236}">
                <a16:creationId xmlns:a16="http://schemas.microsoft.com/office/drawing/2014/main" id="{0715DCB3-F859-B4FA-21FD-F0BE09BEA3F4}"/>
              </a:ext>
            </a:extLst>
          </p:cNvPr>
          <p:cNvSpPr/>
          <p:nvPr/>
        </p:nvSpPr>
        <p:spPr>
          <a:xfrm>
            <a:off x="609600" y="495300"/>
            <a:ext cx="10972800"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Arial" panose="020B0604020202020204" pitchFamily="34" charset="0"/>
              </a:rPr>
              <a:t>Six moves before an agent finds you</a:t>
            </a:r>
          </a:p>
          <a:p>
            <a:pPr algn="l">
              <a:buNone/>
            </a:pPr>
            <a:r>
              <a:rPr lang="en-US" sz="100">
                <a:effectLst/>
              </a:rPr>
              <a:t> </a:t>
            </a:r>
            <a:endParaRPr lang="en-US"/>
          </a:p>
        </p:txBody>
      </p:sp>
      <p:sp>
        <p:nvSpPr>
          <p:cNvPr id="26287" name="Rectangle 26286">
            <a:extLst>
              <a:ext uri="{FF2B5EF4-FFF2-40B4-BE49-F238E27FC236}">
                <a16:creationId xmlns:a16="http://schemas.microsoft.com/office/drawing/2014/main" id="{AFB42F94-EB60-A78F-03F5-B1BC603642DB}"/>
              </a:ext>
            </a:extLst>
          </p:cNvPr>
          <p:cNvSpPr/>
          <p:nvPr/>
        </p:nvSpPr>
        <p:spPr>
          <a:xfrm>
            <a:off x="609600" y="1104900"/>
            <a:ext cx="10972800" cy="9525"/>
          </a:xfrm>
          <a:prstGeom prst="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74" name="Rectangle 26373">
            <a:extLst>
              <a:ext uri="{FF2B5EF4-FFF2-40B4-BE49-F238E27FC236}">
                <a16:creationId xmlns:a16="http://schemas.microsoft.com/office/drawing/2014/main" id="{B60AD5D0-7C06-A5B8-D9D6-57BCD887322F}"/>
              </a:ext>
            </a:extLst>
          </p:cNvPr>
          <p:cNvSpPr/>
          <p:nvPr/>
        </p:nvSpPr>
        <p:spPr>
          <a:xfrm>
            <a:off x="11100000" y="6400000"/>
            <a:ext cx="500000" cy="2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9FB3CC"/>
                </a:solidFill>
                <a:effectLst/>
                <a:latin typeface="Arial" panose="020B0604020202020204" pitchFamily="34" charset="0"/>
              </a:rPr>
              <a:t>24</a:t>
            </a:r>
          </a:p>
        </p:txBody>
      </p:sp>
      <p:sp>
        <p:nvSpPr>
          <p:cNvPr id="26462" name="Rectangle 26461">
            <a:extLst>
              <a:ext uri="{FF2B5EF4-FFF2-40B4-BE49-F238E27FC236}">
                <a16:creationId xmlns:a16="http://schemas.microsoft.com/office/drawing/2014/main" id="{7639A04B-9CAA-6818-C0FB-8568EB61F372}"/>
              </a:ext>
            </a:extLst>
          </p:cNvPr>
          <p:cNvSpPr/>
          <p:nvPr/>
        </p:nvSpPr>
        <p:spPr>
          <a:xfrm>
            <a:off x="609600" y="1400000"/>
            <a:ext cx="3500000" cy="205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51" name="Rectangle 26550">
            <a:extLst>
              <a:ext uri="{FF2B5EF4-FFF2-40B4-BE49-F238E27FC236}">
                <a16:creationId xmlns:a16="http://schemas.microsoft.com/office/drawing/2014/main" id="{4B8DC7F0-EA89-F62A-E4A4-24DDDF13CAA6}"/>
              </a:ext>
            </a:extLst>
          </p:cNvPr>
          <p:cNvSpPr/>
          <p:nvPr/>
        </p:nvSpPr>
        <p:spPr>
          <a:xfrm>
            <a:off x="829600" y="1570000"/>
            <a:ext cx="700000" cy="3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AEFF"/>
                </a:solidFill>
                <a:effectLst/>
                <a:latin typeface="Arial" panose="020B0604020202020204" pitchFamily="34" charset="0"/>
              </a:rPr>
              <a:t>01</a:t>
            </a:r>
          </a:p>
          <a:p>
            <a:pPr algn="l">
              <a:buNone/>
            </a:pPr>
            <a:r>
              <a:rPr lang="en-US" sz="100">
                <a:effectLst/>
              </a:rPr>
              <a:t> </a:t>
            </a:r>
            <a:endParaRPr lang="en-US"/>
          </a:p>
        </p:txBody>
      </p:sp>
      <p:sp>
        <p:nvSpPr>
          <p:cNvPr id="26641" name="Rectangle 26640">
            <a:extLst>
              <a:ext uri="{FF2B5EF4-FFF2-40B4-BE49-F238E27FC236}">
                <a16:creationId xmlns:a16="http://schemas.microsoft.com/office/drawing/2014/main" id="{71BECD89-A634-025A-1906-2AE81873F44B}"/>
              </a:ext>
            </a:extLst>
          </p:cNvPr>
          <p:cNvSpPr/>
          <p:nvPr/>
        </p:nvSpPr>
        <p:spPr>
          <a:xfrm>
            <a:off x="829600" y="1920000"/>
            <a:ext cx="306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Find your AI estate</a:t>
            </a:r>
          </a:p>
          <a:p>
            <a:pPr algn="l">
              <a:buNone/>
            </a:pPr>
            <a:r>
              <a:rPr lang="en-US" sz="100">
                <a:effectLst/>
              </a:rPr>
              <a:t> </a:t>
            </a:r>
            <a:endParaRPr lang="en-US"/>
          </a:p>
        </p:txBody>
      </p:sp>
      <p:sp>
        <p:nvSpPr>
          <p:cNvPr id="26732" name="Rectangle 26731">
            <a:extLst>
              <a:ext uri="{FF2B5EF4-FFF2-40B4-BE49-F238E27FC236}">
                <a16:creationId xmlns:a16="http://schemas.microsoft.com/office/drawing/2014/main" id="{947D0DBE-6B6F-7AD9-9FDD-E79A5D377295}"/>
              </a:ext>
            </a:extLst>
          </p:cNvPr>
          <p:cNvSpPr/>
          <p:nvPr/>
        </p:nvSpPr>
        <p:spPr>
          <a:xfrm>
            <a:off x="829600" y="2350000"/>
            <a:ext cx="3060000" cy="9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Inventory every AI agent, copilot, SOC assistant, SaaS AI integration and model endpoint; patch them; keep them off the public internet.</a:t>
            </a:r>
          </a:p>
        </p:txBody>
      </p:sp>
      <p:sp>
        <p:nvSpPr>
          <p:cNvPr id="26824" name="Rectangle 26823">
            <a:extLst>
              <a:ext uri="{FF2B5EF4-FFF2-40B4-BE49-F238E27FC236}">
                <a16:creationId xmlns:a16="http://schemas.microsoft.com/office/drawing/2014/main" id="{BE9F00ED-F568-B87C-5D19-FDEDE6CCD652}"/>
              </a:ext>
            </a:extLst>
          </p:cNvPr>
          <p:cNvSpPr/>
          <p:nvPr/>
        </p:nvSpPr>
        <p:spPr>
          <a:xfrm>
            <a:off x="4346000" y="1400000"/>
            <a:ext cx="3500000" cy="205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17" name="Rectangle 26916">
            <a:extLst>
              <a:ext uri="{FF2B5EF4-FFF2-40B4-BE49-F238E27FC236}">
                <a16:creationId xmlns:a16="http://schemas.microsoft.com/office/drawing/2014/main" id="{207C5105-20D0-A389-C495-D8DCF83842DA}"/>
              </a:ext>
            </a:extLst>
          </p:cNvPr>
          <p:cNvSpPr/>
          <p:nvPr/>
        </p:nvSpPr>
        <p:spPr>
          <a:xfrm>
            <a:off x="4566000" y="1570000"/>
            <a:ext cx="700000" cy="3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AEFF"/>
                </a:solidFill>
                <a:effectLst/>
                <a:latin typeface="Arial" panose="020B0604020202020204" pitchFamily="34" charset="0"/>
              </a:rPr>
              <a:t>02</a:t>
            </a:r>
          </a:p>
          <a:p>
            <a:pPr algn="l">
              <a:buNone/>
            </a:pPr>
            <a:r>
              <a:rPr lang="en-US" sz="100">
                <a:effectLst/>
              </a:rPr>
              <a:t> </a:t>
            </a:r>
            <a:endParaRPr lang="en-US"/>
          </a:p>
        </p:txBody>
      </p:sp>
      <p:sp>
        <p:nvSpPr>
          <p:cNvPr id="27011" name="Rectangle 27010">
            <a:extLst>
              <a:ext uri="{FF2B5EF4-FFF2-40B4-BE49-F238E27FC236}">
                <a16:creationId xmlns:a16="http://schemas.microsoft.com/office/drawing/2014/main" id="{BAAF6024-FB60-943B-84B2-519C277A0177}"/>
              </a:ext>
            </a:extLst>
          </p:cNvPr>
          <p:cNvSpPr/>
          <p:nvPr/>
        </p:nvSpPr>
        <p:spPr>
          <a:xfrm>
            <a:off x="4566000" y="1920000"/>
            <a:ext cx="306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Get secrets out of apps</a:t>
            </a:r>
          </a:p>
          <a:p>
            <a:pPr algn="l">
              <a:buNone/>
            </a:pPr>
            <a:r>
              <a:rPr lang="en-US" sz="100">
                <a:effectLst/>
              </a:rPr>
              <a:t> </a:t>
            </a:r>
            <a:endParaRPr lang="en-US"/>
          </a:p>
        </p:txBody>
      </p:sp>
      <p:sp>
        <p:nvSpPr>
          <p:cNvPr id="27106" name="Rectangle 27105">
            <a:extLst>
              <a:ext uri="{FF2B5EF4-FFF2-40B4-BE49-F238E27FC236}">
                <a16:creationId xmlns:a16="http://schemas.microsoft.com/office/drawing/2014/main" id="{686E7F13-3177-5708-B2DD-7F02A76FD40A}"/>
              </a:ext>
            </a:extLst>
          </p:cNvPr>
          <p:cNvSpPr/>
          <p:nvPr/>
        </p:nvSpPr>
        <p:spPr>
          <a:xfrm>
            <a:off x="4566000" y="2350000"/>
            <a:ext cx="3060000" cy="9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No API keys or cloud credentials in environment variables. Use a vault and workload identities.</a:t>
            </a:r>
          </a:p>
          <a:p>
            <a:pPr algn="l">
              <a:buNone/>
            </a:pPr>
            <a:r>
              <a:rPr lang="en-US" sz="100">
                <a:effectLst/>
              </a:rPr>
              <a:t> </a:t>
            </a:r>
            <a:endParaRPr lang="en-US"/>
          </a:p>
        </p:txBody>
      </p:sp>
      <p:sp>
        <p:nvSpPr>
          <p:cNvPr id="27202" name="Rectangle 27201">
            <a:extLst>
              <a:ext uri="{FF2B5EF4-FFF2-40B4-BE49-F238E27FC236}">
                <a16:creationId xmlns:a16="http://schemas.microsoft.com/office/drawing/2014/main" id="{955996AA-86BE-F4EB-B106-8E2920E88CB0}"/>
              </a:ext>
            </a:extLst>
          </p:cNvPr>
          <p:cNvSpPr/>
          <p:nvPr/>
        </p:nvSpPr>
        <p:spPr>
          <a:xfrm>
            <a:off x="8082400" y="1400000"/>
            <a:ext cx="3500000" cy="205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99" name="Rectangle 27298">
            <a:extLst>
              <a:ext uri="{FF2B5EF4-FFF2-40B4-BE49-F238E27FC236}">
                <a16:creationId xmlns:a16="http://schemas.microsoft.com/office/drawing/2014/main" id="{E0B90B9C-24F3-DFBF-35D2-B7867ACB116D}"/>
              </a:ext>
            </a:extLst>
          </p:cNvPr>
          <p:cNvSpPr/>
          <p:nvPr/>
        </p:nvSpPr>
        <p:spPr>
          <a:xfrm>
            <a:off x="8302400" y="1570000"/>
            <a:ext cx="700000" cy="3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AEFF"/>
                </a:solidFill>
                <a:effectLst/>
                <a:latin typeface="Arial" panose="020B0604020202020204" pitchFamily="34" charset="0"/>
              </a:rPr>
              <a:t>03</a:t>
            </a:r>
          </a:p>
          <a:p>
            <a:pPr algn="l">
              <a:buNone/>
            </a:pPr>
            <a:r>
              <a:rPr lang="en-US" sz="100">
                <a:effectLst/>
              </a:rPr>
              <a:t> </a:t>
            </a:r>
            <a:endParaRPr lang="en-US"/>
          </a:p>
        </p:txBody>
      </p:sp>
      <p:sp>
        <p:nvSpPr>
          <p:cNvPr id="27397" name="Rectangle 27396">
            <a:extLst>
              <a:ext uri="{FF2B5EF4-FFF2-40B4-BE49-F238E27FC236}">
                <a16:creationId xmlns:a16="http://schemas.microsoft.com/office/drawing/2014/main" id="{C56FE364-2033-0027-EF0F-2D4F8C0CE833}"/>
              </a:ext>
            </a:extLst>
          </p:cNvPr>
          <p:cNvSpPr/>
          <p:nvPr/>
        </p:nvSpPr>
        <p:spPr>
          <a:xfrm>
            <a:off x="8302400" y="1920000"/>
            <a:ext cx="306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Kill the defaults</a:t>
            </a:r>
          </a:p>
          <a:p>
            <a:pPr algn="l">
              <a:buNone/>
            </a:pPr>
            <a:r>
              <a:rPr lang="en-US" sz="100">
                <a:effectLst/>
              </a:rPr>
              <a:t> </a:t>
            </a:r>
            <a:endParaRPr lang="en-US"/>
          </a:p>
        </p:txBody>
      </p:sp>
      <p:sp>
        <p:nvSpPr>
          <p:cNvPr id="27496" name="Rectangle 27495">
            <a:extLst>
              <a:ext uri="{FF2B5EF4-FFF2-40B4-BE49-F238E27FC236}">
                <a16:creationId xmlns:a16="http://schemas.microsoft.com/office/drawing/2014/main" id="{3279AD8A-1EDF-CC88-7EBB-8399E305E663}"/>
              </a:ext>
            </a:extLst>
          </p:cNvPr>
          <p:cNvSpPr/>
          <p:nvPr/>
        </p:nvSpPr>
        <p:spPr>
          <a:xfrm>
            <a:off x="8302400" y="2350000"/>
            <a:ext cx="3060000" cy="9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Change default keys and passwords; never expose database admin or OT gateways — the water-utility near-miss was one weak gateway password.</a:t>
            </a:r>
          </a:p>
        </p:txBody>
      </p:sp>
      <p:sp>
        <p:nvSpPr>
          <p:cNvPr id="27596" name="Rectangle 27595">
            <a:extLst>
              <a:ext uri="{FF2B5EF4-FFF2-40B4-BE49-F238E27FC236}">
                <a16:creationId xmlns:a16="http://schemas.microsoft.com/office/drawing/2014/main" id="{D7B758A8-1915-76BE-D69C-238A58EE1AB3}"/>
              </a:ext>
            </a:extLst>
          </p:cNvPr>
          <p:cNvSpPr/>
          <p:nvPr/>
        </p:nvSpPr>
        <p:spPr>
          <a:xfrm>
            <a:off x="609600" y="3600000"/>
            <a:ext cx="3500000" cy="205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97" name="Rectangle 27696">
            <a:extLst>
              <a:ext uri="{FF2B5EF4-FFF2-40B4-BE49-F238E27FC236}">
                <a16:creationId xmlns:a16="http://schemas.microsoft.com/office/drawing/2014/main" id="{C8738587-DBBC-A675-9E08-C6D11A054985}"/>
              </a:ext>
            </a:extLst>
          </p:cNvPr>
          <p:cNvSpPr/>
          <p:nvPr/>
        </p:nvSpPr>
        <p:spPr>
          <a:xfrm>
            <a:off x="829600" y="3770000"/>
            <a:ext cx="700000" cy="3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AEFF"/>
                </a:solidFill>
                <a:effectLst/>
                <a:latin typeface="Arial" panose="020B0604020202020204" pitchFamily="34" charset="0"/>
              </a:rPr>
              <a:t>04</a:t>
            </a:r>
          </a:p>
          <a:p>
            <a:pPr algn="l">
              <a:buNone/>
            </a:pPr>
            <a:r>
              <a:rPr lang="en-US" sz="100">
                <a:effectLst/>
              </a:rPr>
              <a:t> </a:t>
            </a:r>
            <a:endParaRPr lang="en-US"/>
          </a:p>
        </p:txBody>
      </p:sp>
      <p:sp>
        <p:nvSpPr>
          <p:cNvPr id="27799" name="Rectangle 27798">
            <a:extLst>
              <a:ext uri="{FF2B5EF4-FFF2-40B4-BE49-F238E27FC236}">
                <a16:creationId xmlns:a16="http://schemas.microsoft.com/office/drawing/2014/main" id="{F44A1352-4C68-2C35-704C-A211C2E93D42}"/>
              </a:ext>
            </a:extLst>
          </p:cNvPr>
          <p:cNvSpPr/>
          <p:nvPr/>
        </p:nvSpPr>
        <p:spPr>
          <a:xfrm>
            <a:off x="829600" y="4120000"/>
            <a:ext cx="306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Lock down egress</a:t>
            </a:r>
          </a:p>
          <a:p>
            <a:pPr algn="l">
              <a:buNone/>
            </a:pPr>
            <a:r>
              <a:rPr lang="en-US" sz="100">
                <a:effectLst/>
              </a:rPr>
              <a:t> </a:t>
            </a:r>
            <a:endParaRPr lang="en-US"/>
          </a:p>
        </p:txBody>
      </p:sp>
      <p:sp>
        <p:nvSpPr>
          <p:cNvPr id="27902" name="Rectangle 27901">
            <a:extLst>
              <a:ext uri="{FF2B5EF4-FFF2-40B4-BE49-F238E27FC236}">
                <a16:creationId xmlns:a16="http://schemas.microsoft.com/office/drawing/2014/main" id="{FD01D285-AD5E-5A34-0DD6-C4529DB3DC34}"/>
              </a:ext>
            </a:extLst>
          </p:cNvPr>
          <p:cNvSpPr/>
          <p:nvPr/>
        </p:nvSpPr>
        <p:spPr>
          <a:xfrm>
            <a:off x="829600" y="4550000"/>
            <a:ext cx="3060000" cy="9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App servers should not beacon out or reach arbitrary hosts and staging servers.</a:t>
            </a:r>
          </a:p>
          <a:p>
            <a:pPr algn="l">
              <a:buNone/>
            </a:pPr>
            <a:r>
              <a:rPr lang="en-US" sz="100">
                <a:effectLst/>
              </a:rPr>
              <a:t> </a:t>
            </a:r>
            <a:endParaRPr lang="en-US"/>
          </a:p>
        </p:txBody>
      </p:sp>
      <p:sp>
        <p:nvSpPr>
          <p:cNvPr id="28006" name="Rectangle 28005">
            <a:extLst>
              <a:ext uri="{FF2B5EF4-FFF2-40B4-BE49-F238E27FC236}">
                <a16:creationId xmlns:a16="http://schemas.microsoft.com/office/drawing/2014/main" id="{1C3854FC-ECDC-8512-0744-01AA0C3CE69D}"/>
              </a:ext>
            </a:extLst>
          </p:cNvPr>
          <p:cNvSpPr/>
          <p:nvPr/>
        </p:nvSpPr>
        <p:spPr>
          <a:xfrm>
            <a:off x="4346000" y="3600000"/>
            <a:ext cx="3500000" cy="205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11" name="Rectangle 28110">
            <a:extLst>
              <a:ext uri="{FF2B5EF4-FFF2-40B4-BE49-F238E27FC236}">
                <a16:creationId xmlns:a16="http://schemas.microsoft.com/office/drawing/2014/main" id="{38B9E495-0714-AB0E-C571-19892AC966A6}"/>
              </a:ext>
            </a:extLst>
          </p:cNvPr>
          <p:cNvSpPr/>
          <p:nvPr/>
        </p:nvSpPr>
        <p:spPr>
          <a:xfrm>
            <a:off x="4566000" y="3770000"/>
            <a:ext cx="700000" cy="3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AEFF"/>
                </a:solidFill>
                <a:effectLst/>
                <a:latin typeface="Arial" panose="020B0604020202020204" pitchFamily="34" charset="0"/>
              </a:rPr>
              <a:t>05</a:t>
            </a:r>
          </a:p>
          <a:p>
            <a:pPr algn="l">
              <a:buNone/>
            </a:pPr>
            <a:r>
              <a:rPr lang="en-US" sz="100">
                <a:effectLst/>
              </a:rPr>
              <a:t> </a:t>
            </a:r>
            <a:endParaRPr lang="en-US"/>
          </a:p>
        </p:txBody>
      </p:sp>
      <p:sp>
        <p:nvSpPr>
          <p:cNvPr id="28217" name="Rectangle 28216">
            <a:extLst>
              <a:ext uri="{FF2B5EF4-FFF2-40B4-BE49-F238E27FC236}">
                <a16:creationId xmlns:a16="http://schemas.microsoft.com/office/drawing/2014/main" id="{E80890D6-9BE3-FE49-26FD-EB5B7ADC0F54}"/>
              </a:ext>
            </a:extLst>
          </p:cNvPr>
          <p:cNvSpPr/>
          <p:nvPr/>
        </p:nvSpPr>
        <p:spPr>
          <a:xfrm>
            <a:off x="4566000" y="4120000"/>
            <a:ext cx="306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Bound your defensive AI</a:t>
            </a:r>
          </a:p>
        </p:txBody>
      </p:sp>
      <p:sp>
        <p:nvSpPr>
          <p:cNvPr id="28324" name="Rectangle 28323">
            <a:extLst>
              <a:ext uri="{FF2B5EF4-FFF2-40B4-BE49-F238E27FC236}">
                <a16:creationId xmlns:a16="http://schemas.microsoft.com/office/drawing/2014/main" id="{C80F181D-F1A2-755E-EA6A-CF5750AC0257}"/>
              </a:ext>
            </a:extLst>
          </p:cNvPr>
          <p:cNvSpPr/>
          <p:nvPr/>
        </p:nvSpPr>
        <p:spPr>
          <a:xfrm>
            <a:off x="4566000" y="4550000"/>
            <a:ext cx="3060000" cy="9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Give defensive agents rules of engagement and human-on-the-loop; verify AI triage against ground truth.</a:t>
            </a:r>
          </a:p>
        </p:txBody>
      </p:sp>
      <p:sp>
        <p:nvSpPr>
          <p:cNvPr id="28432" name="Rectangle 28431">
            <a:extLst>
              <a:ext uri="{FF2B5EF4-FFF2-40B4-BE49-F238E27FC236}">
                <a16:creationId xmlns:a16="http://schemas.microsoft.com/office/drawing/2014/main" id="{0F17151D-C26B-239A-78F7-553A8461A14C}"/>
              </a:ext>
            </a:extLst>
          </p:cNvPr>
          <p:cNvSpPr/>
          <p:nvPr/>
        </p:nvSpPr>
        <p:spPr>
          <a:xfrm>
            <a:off x="8082400" y="3600000"/>
            <a:ext cx="3500000" cy="205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41" name="Rectangle 28540">
            <a:extLst>
              <a:ext uri="{FF2B5EF4-FFF2-40B4-BE49-F238E27FC236}">
                <a16:creationId xmlns:a16="http://schemas.microsoft.com/office/drawing/2014/main" id="{14827FA9-6513-296E-8A98-65FA82086E0C}"/>
              </a:ext>
            </a:extLst>
          </p:cNvPr>
          <p:cNvSpPr/>
          <p:nvPr/>
        </p:nvSpPr>
        <p:spPr>
          <a:xfrm>
            <a:off x="8302400" y="3770000"/>
            <a:ext cx="700000" cy="3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AEFF"/>
                </a:solidFill>
                <a:effectLst/>
                <a:latin typeface="Arial" panose="020B0604020202020204" pitchFamily="34" charset="0"/>
              </a:rPr>
              <a:t>06</a:t>
            </a:r>
          </a:p>
          <a:p>
            <a:pPr algn="l">
              <a:buNone/>
            </a:pPr>
            <a:r>
              <a:rPr lang="en-US" sz="100">
                <a:effectLst/>
              </a:rPr>
              <a:t> </a:t>
            </a:r>
            <a:endParaRPr lang="en-US"/>
          </a:p>
        </p:txBody>
      </p:sp>
      <p:sp>
        <p:nvSpPr>
          <p:cNvPr id="28651" name="Rectangle 28650">
            <a:extLst>
              <a:ext uri="{FF2B5EF4-FFF2-40B4-BE49-F238E27FC236}">
                <a16:creationId xmlns:a16="http://schemas.microsoft.com/office/drawing/2014/main" id="{622E9377-8BE5-6CDF-05AC-4146CD60759E}"/>
              </a:ext>
            </a:extLst>
          </p:cNvPr>
          <p:cNvSpPr/>
          <p:nvPr/>
        </p:nvSpPr>
        <p:spPr>
          <a:xfrm>
            <a:off x="8302400" y="4120000"/>
            <a:ext cx="306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FFFFFF"/>
                </a:solidFill>
                <a:effectLst/>
                <a:latin typeface="Arial" panose="020B0604020202020204" pitchFamily="34" charset="0"/>
              </a:rPr>
              <a:t>Recover, then decide</a:t>
            </a:r>
          </a:p>
          <a:p>
            <a:pPr algn="l">
              <a:buNone/>
            </a:pPr>
            <a:r>
              <a:rPr lang="en-US" sz="100">
                <a:effectLst/>
              </a:rPr>
              <a:t> </a:t>
            </a:r>
            <a:endParaRPr lang="en-US"/>
          </a:p>
        </p:txBody>
      </p:sp>
      <p:sp>
        <p:nvSpPr>
          <p:cNvPr id="28762" name="Rectangle 28761">
            <a:extLst>
              <a:ext uri="{FF2B5EF4-FFF2-40B4-BE49-F238E27FC236}">
                <a16:creationId xmlns:a16="http://schemas.microsoft.com/office/drawing/2014/main" id="{6B8E32EB-CFD8-56D1-02FB-8D78EFB90046}"/>
              </a:ext>
            </a:extLst>
          </p:cNvPr>
          <p:cNvSpPr/>
          <p:nvPr/>
        </p:nvSpPr>
        <p:spPr>
          <a:xfrm>
            <a:off x="8302400" y="4550000"/>
            <a:ext cx="3060000" cy="9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Immutable, offline, tested backups; a rehearsed OT safe-state; pre-agreed stance on paying, reporting and AI-insurance evidence.</a:t>
            </a:r>
          </a:p>
        </p:txBody>
      </p:sp>
      <p:sp>
        <p:nvSpPr>
          <p:cNvPr id="28874" name="Rectangle 28873">
            <a:extLst>
              <a:ext uri="{FF2B5EF4-FFF2-40B4-BE49-F238E27FC236}">
                <a16:creationId xmlns:a16="http://schemas.microsoft.com/office/drawing/2014/main" id="{9D934C19-C7CD-E73C-08BB-9A7ED590FE8E}"/>
              </a:ext>
            </a:extLst>
          </p:cNvPr>
          <p:cNvSpPr/>
          <p:nvPr/>
        </p:nvSpPr>
        <p:spPr>
          <a:xfrm>
            <a:off x="609600" y="5850000"/>
            <a:ext cx="9000000" cy="3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9FB3CC"/>
                </a:solidFill>
                <a:effectLst/>
                <a:latin typeface="Arial" panose="020B0604020202020204" pitchFamily="34" charset="0"/>
              </a:rPr>
              <a:t>Aligned to the Essential Eight + SOCI, the SANS Five ICS Controls, and 2026 AI-governance expectations</a:t>
            </a:r>
          </a:p>
        </p:txBody>
      </p:sp>
    </p:spTree>
    <p:extLst>
      <p:ext uri="{BB962C8B-B14F-4D97-AF65-F5344CB8AC3E}">
        <p14:creationId xmlns:p14="http://schemas.microsoft.com/office/powerpoint/2010/main" val="5501717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0025"/>
        </a:solidFill>
        <a:effectLst/>
      </p:bgPr>
    </p:bg>
    <p:spTree>
      <p:nvGrpSpPr>
        <p:cNvPr id="1" name=""/>
        <p:cNvGrpSpPr/>
        <p:nvPr/>
      </p:nvGrpSpPr>
      <p:grpSpPr>
        <a:xfrm>
          <a:off x="0" y="0"/>
          <a:ext cx="0" cy="0"/>
          <a:chOff x="0" y="0"/>
          <a:chExt cx="0" cy="0"/>
        </a:xfrm>
      </p:grpSpPr>
      <p:sp>
        <p:nvSpPr>
          <p:cNvPr id="28987" name="Rectangle 28986">
            <a:extLst>
              <a:ext uri="{FF2B5EF4-FFF2-40B4-BE49-F238E27FC236}">
                <a16:creationId xmlns:a16="http://schemas.microsoft.com/office/drawing/2014/main" id="{4163498B-8E0D-6EA1-0D7D-25AAD07416DE}"/>
              </a:ext>
            </a:extLst>
          </p:cNvPr>
          <p:cNvSpPr/>
          <p:nvPr/>
        </p:nvSpPr>
        <p:spPr>
          <a:xfrm>
            <a:off x="609600" y="236000"/>
            <a:ext cx="10972800" cy="2593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TABLE DISCUSSION · 4 MINUTES</a:t>
            </a:r>
          </a:p>
          <a:p>
            <a:pPr algn="l">
              <a:buNone/>
            </a:pPr>
            <a:r>
              <a:rPr lang="en-US" sz="100">
                <a:effectLst/>
              </a:rPr>
              <a:t> </a:t>
            </a:r>
            <a:endParaRPr lang="en-US"/>
          </a:p>
        </p:txBody>
      </p:sp>
      <p:sp>
        <p:nvSpPr>
          <p:cNvPr id="29101" name="Rectangle 29100">
            <a:extLst>
              <a:ext uri="{FF2B5EF4-FFF2-40B4-BE49-F238E27FC236}">
                <a16:creationId xmlns:a16="http://schemas.microsoft.com/office/drawing/2014/main" id="{25B9DC25-83D6-ABE5-CE1B-1125E4AD2AD1}"/>
              </a:ext>
            </a:extLst>
          </p:cNvPr>
          <p:cNvSpPr/>
          <p:nvPr/>
        </p:nvSpPr>
        <p:spPr>
          <a:xfrm>
            <a:off x="609600" y="495300"/>
            <a:ext cx="10972800"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Arial" panose="020B0604020202020204" pitchFamily="34" charset="0"/>
              </a:rPr>
              <a:t>How exposed are we, really?</a:t>
            </a:r>
          </a:p>
          <a:p>
            <a:pPr algn="l">
              <a:buNone/>
            </a:pPr>
            <a:r>
              <a:rPr lang="en-US" sz="100">
                <a:effectLst/>
              </a:rPr>
              <a:t> </a:t>
            </a:r>
            <a:endParaRPr lang="en-US"/>
          </a:p>
        </p:txBody>
      </p:sp>
      <p:sp>
        <p:nvSpPr>
          <p:cNvPr id="29216" name="Rectangle 29215">
            <a:extLst>
              <a:ext uri="{FF2B5EF4-FFF2-40B4-BE49-F238E27FC236}">
                <a16:creationId xmlns:a16="http://schemas.microsoft.com/office/drawing/2014/main" id="{32152A2D-FE97-C51E-4361-0F429F796E97}"/>
              </a:ext>
            </a:extLst>
          </p:cNvPr>
          <p:cNvSpPr/>
          <p:nvPr/>
        </p:nvSpPr>
        <p:spPr>
          <a:xfrm>
            <a:off x="609600" y="1104900"/>
            <a:ext cx="10972800" cy="9525"/>
          </a:xfrm>
          <a:prstGeom prst="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32" name="Rectangle 29331">
            <a:extLst>
              <a:ext uri="{FF2B5EF4-FFF2-40B4-BE49-F238E27FC236}">
                <a16:creationId xmlns:a16="http://schemas.microsoft.com/office/drawing/2014/main" id="{B18A5EC7-E9B3-6EDA-62D0-D24DFBE2F9A4}"/>
              </a:ext>
            </a:extLst>
          </p:cNvPr>
          <p:cNvSpPr/>
          <p:nvPr/>
        </p:nvSpPr>
        <p:spPr>
          <a:xfrm>
            <a:off x="11100000" y="6400000"/>
            <a:ext cx="500000" cy="2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9FB3CC"/>
                </a:solidFill>
                <a:effectLst/>
                <a:latin typeface="Arial" panose="020B0604020202020204" pitchFamily="34" charset="0"/>
              </a:rPr>
              <a:t>25</a:t>
            </a:r>
          </a:p>
        </p:txBody>
      </p:sp>
      <p:sp>
        <p:nvSpPr>
          <p:cNvPr id="29449" name="Rectangle 29448">
            <a:extLst>
              <a:ext uri="{FF2B5EF4-FFF2-40B4-BE49-F238E27FC236}">
                <a16:creationId xmlns:a16="http://schemas.microsoft.com/office/drawing/2014/main" id="{B1A1208E-6517-3C94-1ADA-89C73083AD9E}"/>
              </a:ext>
            </a:extLst>
          </p:cNvPr>
          <p:cNvSpPr/>
          <p:nvPr/>
        </p:nvSpPr>
        <p:spPr>
          <a:xfrm>
            <a:off x="609600" y="1300000"/>
            <a:ext cx="8200000"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a:solidFill>
                  <a:srgbClr val="D5E1F0"/>
                </a:solidFill>
                <a:effectLst/>
                <a:latin typeface="Arial" panose="020B0604020202020204" pitchFamily="34" charset="0"/>
              </a:rPr>
              <a:t>Score each question 1–5 at your table. Your lowest score is Monday's priority.</a:t>
            </a:r>
          </a:p>
          <a:p>
            <a:pPr algn="l">
              <a:buNone/>
            </a:pPr>
            <a:r>
              <a:rPr lang="en-US" sz="100">
                <a:effectLst/>
              </a:rPr>
              <a:t> </a:t>
            </a:r>
            <a:endParaRPr lang="en-US"/>
          </a:p>
        </p:txBody>
      </p:sp>
      <p:sp>
        <p:nvSpPr>
          <p:cNvPr id="29567" name="Rectangle 29566">
            <a:extLst>
              <a:ext uri="{FF2B5EF4-FFF2-40B4-BE49-F238E27FC236}">
                <a16:creationId xmlns:a16="http://schemas.microsoft.com/office/drawing/2014/main" id="{6B2DE30E-7656-B363-6BA6-03EC5410BFEE}"/>
              </a:ext>
            </a:extLst>
          </p:cNvPr>
          <p:cNvSpPr/>
          <p:nvPr/>
        </p:nvSpPr>
        <p:spPr>
          <a:xfrm>
            <a:off x="9000000" y="1550000"/>
            <a:ext cx="2580000" cy="3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9FB3CC"/>
                </a:solidFill>
                <a:effectLst/>
                <a:latin typeface="Arial" panose="020B0604020202020204" pitchFamily="34" charset="0"/>
              </a:rPr>
              <a:t>1 = not at all · 5 = fully</a:t>
            </a:r>
          </a:p>
          <a:p>
            <a:pPr algn="l">
              <a:buNone/>
            </a:pPr>
            <a:r>
              <a:rPr lang="en-US" sz="100">
                <a:effectLst/>
              </a:rPr>
              <a:t> </a:t>
            </a:r>
            <a:endParaRPr lang="en-US"/>
          </a:p>
        </p:txBody>
      </p:sp>
      <p:sp>
        <p:nvSpPr>
          <p:cNvPr id="29686" name="Rectangle 29685">
            <a:extLst>
              <a:ext uri="{FF2B5EF4-FFF2-40B4-BE49-F238E27FC236}">
                <a16:creationId xmlns:a16="http://schemas.microsoft.com/office/drawing/2014/main" id="{7ADA804E-C4AA-0BCD-784E-4F2B10B2452C}"/>
              </a:ext>
            </a:extLst>
          </p:cNvPr>
          <p:cNvSpPr/>
          <p:nvPr/>
        </p:nvSpPr>
        <p:spPr>
          <a:xfrm>
            <a:off x="609600" y="2150000"/>
            <a:ext cx="600000" cy="5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AEFF"/>
                </a:solidFill>
                <a:effectLst/>
                <a:latin typeface="Arial" panose="020B0604020202020204" pitchFamily="34" charset="0"/>
              </a:rPr>
              <a:t>01</a:t>
            </a:r>
          </a:p>
          <a:p>
            <a:pPr algn="l">
              <a:buNone/>
            </a:pPr>
            <a:r>
              <a:rPr lang="en-US" sz="100">
                <a:effectLst/>
              </a:rPr>
              <a:t> </a:t>
            </a:r>
            <a:endParaRPr lang="en-US"/>
          </a:p>
        </p:txBody>
      </p:sp>
      <p:sp>
        <p:nvSpPr>
          <p:cNvPr id="29806" name="Rectangle 29805">
            <a:extLst>
              <a:ext uri="{FF2B5EF4-FFF2-40B4-BE49-F238E27FC236}">
                <a16:creationId xmlns:a16="http://schemas.microsoft.com/office/drawing/2014/main" id="{DE8A2F55-4933-B3C2-D90B-EA01AA026E5B}"/>
              </a:ext>
            </a:extLst>
          </p:cNvPr>
          <p:cNvSpPr/>
          <p:nvPr/>
        </p:nvSpPr>
        <p:spPr>
          <a:xfrm>
            <a:off x="1250000" y="2150000"/>
            <a:ext cx="7500000" cy="5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Arial" panose="020B0604020202020204" pitchFamily="34" charset="0"/>
              </a:rPr>
              <a:t>Do we know every AI agent, copilot and SOC assistant we run — and can we tell when one is lying?</a:t>
            </a:r>
          </a:p>
        </p:txBody>
      </p:sp>
      <p:sp>
        <p:nvSpPr>
          <p:cNvPr id="29927" name="Rectangle 29926">
            <a:extLst>
              <a:ext uri="{FF2B5EF4-FFF2-40B4-BE49-F238E27FC236}">
                <a16:creationId xmlns:a16="http://schemas.microsoft.com/office/drawing/2014/main" id="{FB41F0FC-E271-B2CA-B8C9-632D23DA619F}"/>
              </a:ext>
            </a:extLst>
          </p:cNvPr>
          <p:cNvSpPr/>
          <p:nvPr/>
        </p:nvSpPr>
        <p:spPr>
          <a:xfrm>
            <a:off x="9000000" y="220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1</a:t>
            </a:r>
          </a:p>
          <a:p>
            <a:pPr algn="ctr">
              <a:buNone/>
            </a:pPr>
            <a:r>
              <a:rPr lang="en-US" sz="100">
                <a:effectLst/>
              </a:rPr>
              <a:t> </a:t>
            </a:r>
            <a:endParaRPr lang="en-US"/>
          </a:p>
        </p:txBody>
      </p:sp>
      <p:sp>
        <p:nvSpPr>
          <p:cNvPr id="30049" name="Rectangle 30048">
            <a:extLst>
              <a:ext uri="{FF2B5EF4-FFF2-40B4-BE49-F238E27FC236}">
                <a16:creationId xmlns:a16="http://schemas.microsoft.com/office/drawing/2014/main" id="{E9B7B414-0793-7C55-A464-53488F9DC40A}"/>
              </a:ext>
            </a:extLst>
          </p:cNvPr>
          <p:cNvSpPr/>
          <p:nvPr/>
        </p:nvSpPr>
        <p:spPr>
          <a:xfrm>
            <a:off x="9510000" y="220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2</a:t>
            </a:r>
          </a:p>
          <a:p>
            <a:pPr algn="ctr">
              <a:buNone/>
            </a:pPr>
            <a:r>
              <a:rPr lang="en-US" sz="100">
                <a:effectLst/>
              </a:rPr>
              <a:t> </a:t>
            </a:r>
            <a:endParaRPr lang="en-US"/>
          </a:p>
        </p:txBody>
      </p:sp>
      <p:sp>
        <p:nvSpPr>
          <p:cNvPr id="30172" name="Rectangle 30171">
            <a:extLst>
              <a:ext uri="{FF2B5EF4-FFF2-40B4-BE49-F238E27FC236}">
                <a16:creationId xmlns:a16="http://schemas.microsoft.com/office/drawing/2014/main" id="{B3903937-848B-FC61-1B8A-317D67119D83}"/>
              </a:ext>
            </a:extLst>
          </p:cNvPr>
          <p:cNvSpPr/>
          <p:nvPr/>
        </p:nvSpPr>
        <p:spPr>
          <a:xfrm>
            <a:off x="10020000" y="220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3</a:t>
            </a:r>
          </a:p>
          <a:p>
            <a:pPr algn="ctr">
              <a:buNone/>
            </a:pPr>
            <a:r>
              <a:rPr lang="en-US" sz="100">
                <a:effectLst/>
              </a:rPr>
              <a:t> </a:t>
            </a:r>
            <a:endParaRPr lang="en-US"/>
          </a:p>
        </p:txBody>
      </p:sp>
      <p:sp>
        <p:nvSpPr>
          <p:cNvPr id="30296" name="Rectangle 30295">
            <a:extLst>
              <a:ext uri="{FF2B5EF4-FFF2-40B4-BE49-F238E27FC236}">
                <a16:creationId xmlns:a16="http://schemas.microsoft.com/office/drawing/2014/main" id="{E21771D8-3478-B8DA-9798-1DE657E7E23A}"/>
              </a:ext>
            </a:extLst>
          </p:cNvPr>
          <p:cNvSpPr/>
          <p:nvPr/>
        </p:nvSpPr>
        <p:spPr>
          <a:xfrm>
            <a:off x="10530000" y="220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4</a:t>
            </a:r>
          </a:p>
          <a:p>
            <a:pPr algn="ctr">
              <a:buNone/>
            </a:pPr>
            <a:r>
              <a:rPr lang="en-US" sz="100">
                <a:effectLst/>
              </a:rPr>
              <a:t> </a:t>
            </a:r>
            <a:endParaRPr lang="en-US"/>
          </a:p>
        </p:txBody>
      </p:sp>
      <p:sp>
        <p:nvSpPr>
          <p:cNvPr id="30421" name="Rectangle 30420">
            <a:extLst>
              <a:ext uri="{FF2B5EF4-FFF2-40B4-BE49-F238E27FC236}">
                <a16:creationId xmlns:a16="http://schemas.microsoft.com/office/drawing/2014/main" id="{8D2DCCA3-9251-D9A9-84B9-BC0E147B6296}"/>
              </a:ext>
            </a:extLst>
          </p:cNvPr>
          <p:cNvSpPr/>
          <p:nvPr/>
        </p:nvSpPr>
        <p:spPr>
          <a:xfrm>
            <a:off x="11040000" y="220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5</a:t>
            </a:r>
          </a:p>
          <a:p>
            <a:pPr algn="ctr">
              <a:buNone/>
            </a:pPr>
            <a:r>
              <a:rPr lang="en-US" sz="100">
                <a:effectLst/>
              </a:rPr>
              <a:t> </a:t>
            </a:r>
            <a:endParaRPr lang="en-US"/>
          </a:p>
        </p:txBody>
      </p:sp>
      <p:sp>
        <p:nvSpPr>
          <p:cNvPr id="30547" name="Rectangle 30546">
            <a:extLst>
              <a:ext uri="{FF2B5EF4-FFF2-40B4-BE49-F238E27FC236}">
                <a16:creationId xmlns:a16="http://schemas.microsoft.com/office/drawing/2014/main" id="{EA043244-550B-46C0-DE65-4D83C79B0070}"/>
              </a:ext>
            </a:extLst>
          </p:cNvPr>
          <p:cNvSpPr/>
          <p:nvPr/>
        </p:nvSpPr>
        <p:spPr>
          <a:xfrm>
            <a:off x="609600" y="2830000"/>
            <a:ext cx="600000" cy="5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AEFF"/>
                </a:solidFill>
                <a:effectLst/>
                <a:latin typeface="Arial" panose="020B0604020202020204" pitchFamily="34" charset="0"/>
              </a:rPr>
              <a:t>02</a:t>
            </a:r>
          </a:p>
          <a:p>
            <a:pPr algn="l">
              <a:buNone/>
            </a:pPr>
            <a:r>
              <a:rPr lang="en-US" sz="100">
                <a:effectLst/>
              </a:rPr>
              <a:t> </a:t>
            </a:r>
            <a:endParaRPr lang="en-US"/>
          </a:p>
        </p:txBody>
      </p:sp>
      <p:sp>
        <p:nvSpPr>
          <p:cNvPr id="30674" name="Rectangle 30673">
            <a:extLst>
              <a:ext uri="{FF2B5EF4-FFF2-40B4-BE49-F238E27FC236}">
                <a16:creationId xmlns:a16="http://schemas.microsoft.com/office/drawing/2014/main" id="{98B518DE-9E86-D528-393F-A27AF7F5E82C}"/>
              </a:ext>
            </a:extLst>
          </p:cNvPr>
          <p:cNvSpPr/>
          <p:nvPr/>
        </p:nvSpPr>
        <p:spPr>
          <a:xfrm>
            <a:off x="1250000" y="2830000"/>
            <a:ext cx="7500000" cy="5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Arial" panose="020B0604020202020204" pitchFamily="34" charset="0"/>
              </a:rPr>
              <a:t>Could a compromised app server read a cloud key today?</a:t>
            </a:r>
          </a:p>
          <a:p>
            <a:pPr algn="l">
              <a:buNone/>
            </a:pPr>
            <a:r>
              <a:rPr lang="en-US" sz="100">
                <a:effectLst/>
              </a:rPr>
              <a:t> </a:t>
            </a:r>
            <a:endParaRPr lang="en-US"/>
          </a:p>
        </p:txBody>
      </p:sp>
      <p:sp>
        <p:nvSpPr>
          <p:cNvPr id="30802" name="Rectangle 30801">
            <a:extLst>
              <a:ext uri="{FF2B5EF4-FFF2-40B4-BE49-F238E27FC236}">
                <a16:creationId xmlns:a16="http://schemas.microsoft.com/office/drawing/2014/main" id="{7386226F-BA87-1C3A-7FE4-86AD1B99A7B5}"/>
              </a:ext>
            </a:extLst>
          </p:cNvPr>
          <p:cNvSpPr/>
          <p:nvPr/>
        </p:nvSpPr>
        <p:spPr>
          <a:xfrm>
            <a:off x="9000000" y="288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1</a:t>
            </a:r>
          </a:p>
          <a:p>
            <a:pPr algn="ctr">
              <a:buNone/>
            </a:pPr>
            <a:r>
              <a:rPr lang="en-US" sz="100">
                <a:effectLst/>
              </a:rPr>
              <a:t> </a:t>
            </a:r>
            <a:endParaRPr lang="en-US"/>
          </a:p>
        </p:txBody>
      </p:sp>
      <p:sp>
        <p:nvSpPr>
          <p:cNvPr id="30931" name="Rectangle 30930">
            <a:extLst>
              <a:ext uri="{FF2B5EF4-FFF2-40B4-BE49-F238E27FC236}">
                <a16:creationId xmlns:a16="http://schemas.microsoft.com/office/drawing/2014/main" id="{1616A05B-9164-93F5-7A19-B29B1924DE4E}"/>
              </a:ext>
            </a:extLst>
          </p:cNvPr>
          <p:cNvSpPr/>
          <p:nvPr/>
        </p:nvSpPr>
        <p:spPr>
          <a:xfrm>
            <a:off x="9510000" y="288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2</a:t>
            </a:r>
          </a:p>
          <a:p>
            <a:pPr algn="ctr">
              <a:buNone/>
            </a:pPr>
            <a:r>
              <a:rPr lang="en-US" sz="100">
                <a:effectLst/>
              </a:rPr>
              <a:t> </a:t>
            </a:r>
            <a:endParaRPr lang="en-US"/>
          </a:p>
        </p:txBody>
      </p:sp>
      <p:sp>
        <p:nvSpPr>
          <p:cNvPr id="31061" name="Rectangle 31060">
            <a:extLst>
              <a:ext uri="{FF2B5EF4-FFF2-40B4-BE49-F238E27FC236}">
                <a16:creationId xmlns:a16="http://schemas.microsoft.com/office/drawing/2014/main" id="{1AADA6D4-44D8-C922-056C-6736A66D3CD3}"/>
              </a:ext>
            </a:extLst>
          </p:cNvPr>
          <p:cNvSpPr/>
          <p:nvPr/>
        </p:nvSpPr>
        <p:spPr>
          <a:xfrm>
            <a:off x="10020000" y="288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3</a:t>
            </a:r>
          </a:p>
          <a:p>
            <a:pPr algn="ctr">
              <a:buNone/>
            </a:pPr>
            <a:r>
              <a:rPr lang="en-US" sz="100">
                <a:effectLst/>
              </a:rPr>
              <a:t> </a:t>
            </a:r>
            <a:endParaRPr lang="en-US"/>
          </a:p>
        </p:txBody>
      </p:sp>
      <p:sp>
        <p:nvSpPr>
          <p:cNvPr id="31192" name="Rectangle 31191">
            <a:extLst>
              <a:ext uri="{FF2B5EF4-FFF2-40B4-BE49-F238E27FC236}">
                <a16:creationId xmlns:a16="http://schemas.microsoft.com/office/drawing/2014/main" id="{08C5FC6B-7EFB-4C85-1F55-E7AF955891AB}"/>
              </a:ext>
            </a:extLst>
          </p:cNvPr>
          <p:cNvSpPr/>
          <p:nvPr/>
        </p:nvSpPr>
        <p:spPr>
          <a:xfrm>
            <a:off x="10530000" y="288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4</a:t>
            </a:r>
          </a:p>
          <a:p>
            <a:pPr algn="ctr">
              <a:buNone/>
            </a:pPr>
            <a:r>
              <a:rPr lang="en-US" sz="100">
                <a:effectLst/>
              </a:rPr>
              <a:t> </a:t>
            </a:r>
            <a:endParaRPr lang="en-US"/>
          </a:p>
        </p:txBody>
      </p:sp>
      <p:sp>
        <p:nvSpPr>
          <p:cNvPr id="31324" name="Rectangle 31323">
            <a:extLst>
              <a:ext uri="{FF2B5EF4-FFF2-40B4-BE49-F238E27FC236}">
                <a16:creationId xmlns:a16="http://schemas.microsoft.com/office/drawing/2014/main" id="{59CC36A2-8B53-6363-BBAF-3385DAE7411C}"/>
              </a:ext>
            </a:extLst>
          </p:cNvPr>
          <p:cNvSpPr/>
          <p:nvPr/>
        </p:nvSpPr>
        <p:spPr>
          <a:xfrm>
            <a:off x="11040000" y="288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5</a:t>
            </a:r>
          </a:p>
          <a:p>
            <a:pPr algn="ctr">
              <a:buNone/>
            </a:pPr>
            <a:r>
              <a:rPr lang="en-US" sz="100">
                <a:effectLst/>
              </a:rPr>
              <a:t> </a:t>
            </a:r>
            <a:endParaRPr lang="en-US"/>
          </a:p>
        </p:txBody>
      </p:sp>
      <p:sp>
        <p:nvSpPr>
          <p:cNvPr id="31457" name="Rectangle 31456">
            <a:extLst>
              <a:ext uri="{FF2B5EF4-FFF2-40B4-BE49-F238E27FC236}">
                <a16:creationId xmlns:a16="http://schemas.microsoft.com/office/drawing/2014/main" id="{E7624E6B-6ABA-2E81-E077-DB7BB9FFA3DC}"/>
              </a:ext>
            </a:extLst>
          </p:cNvPr>
          <p:cNvSpPr/>
          <p:nvPr/>
        </p:nvSpPr>
        <p:spPr>
          <a:xfrm>
            <a:off x="609600" y="3510000"/>
            <a:ext cx="600000" cy="5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AEFF"/>
                </a:solidFill>
                <a:effectLst/>
                <a:latin typeface="Arial" panose="020B0604020202020204" pitchFamily="34" charset="0"/>
              </a:rPr>
              <a:t>03</a:t>
            </a:r>
          </a:p>
          <a:p>
            <a:pPr algn="l">
              <a:buNone/>
            </a:pPr>
            <a:r>
              <a:rPr lang="en-US" sz="100">
                <a:effectLst/>
              </a:rPr>
              <a:t> </a:t>
            </a:r>
            <a:endParaRPr lang="en-US"/>
          </a:p>
        </p:txBody>
      </p:sp>
      <p:sp>
        <p:nvSpPr>
          <p:cNvPr id="31591" name="Rectangle 31590">
            <a:extLst>
              <a:ext uri="{FF2B5EF4-FFF2-40B4-BE49-F238E27FC236}">
                <a16:creationId xmlns:a16="http://schemas.microsoft.com/office/drawing/2014/main" id="{76FFB13D-9EE4-8575-01E2-867A94D3390F}"/>
              </a:ext>
            </a:extLst>
          </p:cNvPr>
          <p:cNvSpPr/>
          <p:nvPr/>
        </p:nvSpPr>
        <p:spPr>
          <a:xfrm>
            <a:off x="1250000" y="3510000"/>
            <a:ext cx="7500000" cy="5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Arial" panose="020B0604020202020204" pitchFamily="34" charset="0"/>
              </a:rPr>
              <a:t>Are default credentials or admin ports exposed anywhere?</a:t>
            </a:r>
          </a:p>
          <a:p>
            <a:pPr algn="l">
              <a:buNone/>
            </a:pPr>
            <a:r>
              <a:rPr lang="en-US" sz="100">
                <a:effectLst/>
              </a:rPr>
              <a:t> </a:t>
            </a:r>
            <a:endParaRPr lang="en-US"/>
          </a:p>
        </p:txBody>
      </p:sp>
      <p:sp>
        <p:nvSpPr>
          <p:cNvPr id="31726" name="Rectangle 31725">
            <a:extLst>
              <a:ext uri="{FF2B5EF4-FFF2-40B4-BE49-F238E27FC236}">
                <a16:creationId xmlns:a16="http://schemas.microsoft.com/office/drawing/2014/main" id="{406998F3-9F9E-DC7F-30A8-44B4EA3882C1}"/>
              </a:ext>
            </a:extLst>
          </p:cNvPr>
          <p:cNvSpPr/>
          <p:nvPr/>
        </p:nvSpPr>
        <p:spPr>
          <a:xfrm>
            <a:off x="9000000" y="356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1</a:t>
            </a:r>
          </a:p>
          <a:p>
            <a:pPr algn="ctr">
              <a:buNone/>
            </a:pPr>
            <a:r>
              <a:rPr lang="en-US" sz="100">
                <a:effectLst/>
              </a:rPr>
              <a:t> </a:t>
            </a:r>
            <a:endParaRPr lang="en-US"/>
          </a:p>
        </p:txBody>
      </p:sp>
      <p:sp>
        <p:nvSpPr>
          <p:cNvPr id="31862" name="Rectangle 31861">
            <a:extLst>
              <a:ext uri="{FF2B5EF4-FFF2-40B4-BE49-F238E27FC236}">
                <a16:creationId xmlns:a16="http://schemas.microsoft.com/office/drawing/2014/main" id="{6BB9D6CD-20DE-4B82-D333-9BE459DA489C}"/>
              </a:ext>
            </a:extLst>
          </p:cNvPr>
          <p:cNvSpPr/>
          <p:nvPr/>
        </p:nvSpPr>
        <p:spPr>
          <a:xfrm>
            <a:off x="9510000" y="356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2</a:t>
            </a:r>
          </a:p>
          <a:p>
            <a:pPr algn="ctr">
              <a:buNone/>
            </a:pPr>
            <a:r>
              <a:rPr lang="en-US" sz="100">
                <a:effectLst/>
              </a:rPr>
              <a:t> </a:t>
            </a:r>
            <a:endParaRPr lang="en-US"/>
          </a:p>
        </p:txBody>
      </p:sp>
      <p:sp>
        <p:nvSpPr>
          <p:cNvPr id="31999" name="Rectangle 31998">
            <a:extLst>
              <a:ext uri="{FF2B5EF4-FFF2-40B4-BE49-F238E27FC236}">
                <a16:creationId xmlns:a16="http://schemas.microsoft.com/office/drawing/2014/main" id="{998B6A16-301A-A016-11FF-12D7EA4355BE}"/>
              </a:ext>
            </a:extLst>
          </p:cNvPr>
          <p:cNvSpPr/>
          <p:nvPr/>
        </p:nvSpPr>
        <p:spPr>
          <a:xfrm>
            <a:off x="10020000" y="356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3</a:t>
            </a:r>
          </a:p>
          <a:p>
            <a:pPr algn="ctr">
              <a:buNone/>
            </a:pPr>
            <a:r>
              <a:rPr lang="en-US" sz="100">
                <a:effectLst/>
              </a:rPr>
              <a:t> </a:t>
            </a:r>
            <a:endParaRPr lang="en-US"/>
          </a:p>
        </p:txBody>
      </p:sp>
      <p:sp>
        <p:nvSpPr>
          <p:cNvPr id="32137" name="Rectangle 32136">
            <a:extLst>
              <a:ext uri="{FF2B5EF4-FFF2-40B4-BE49-F238E27FC236}">
                <a16:creationId xmlns:a16="http://schemas.microsoft.com/office/drawing/2014/main" id="{D5F78BDE-7CC3-048D-A2AE-0B507851A5D4}"/>
              </a:ext>
            </a:extLst>
          </p:cNvPr>
          <p:cNvSpPr/>
          <p:nvPr/>
        </p:nvSpPr>
        <p:spPr>
          <a:xfrm>
            <a:off x="10530000" y="356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4</a:t>
            </a:r>
          </a:p>
          <a:p>
            <a:pPr algn="ctr">
              <a:buNone/>
            </a:pPr>
            <a:r>
              <a:rPr lang="en-US" sz="100">
                <a:effectLst/>
              </a:rPr>
              <a:t> </a:t>
            </a:r>
            <a:endParaRPr lang="en-US"/>
          </a:p>
        </p:txBody>
      </p:sp>
      <p:sp>
        <p:nvSpPr>
          <p:cNvPr id="32276" name="Rectangle 32275">
            <a:extLst>
              <a:ext uri="{FF2B5EF4-FFF2-40B4-BE49-F238E27FC236}">
                <a16:creationId xmlns:a16="http://schemas.microsoft.com/office/drawing/2014/main" id="{5907198B-67D5-5CD5-6A9A-A32D0E29B400}"/>
              </a:ext>
            </a:extLst>
          </p:cNvPr>
          <p:cNvSpPr/>
          <p:nvPr/>
        </p:nvSpPr>
        <p:spPr>
          <a:xfrm>
            <a:off x="11040000" y="356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5</a:t>
            </a:r>
          </a:p>
          <a:p>
            <a:pPr algn="ctr">
              <a:buNone/>
            </a:pPr>
            <a:r>
              <a:rPr lang="en-US" sz="100">
                <a:effectLst/>
              </a:rPr>
              <a:t> </a:t>
            </a:r>
            <a:endParaRPr lang="en-US"/>
          </a:p>
        </p:txBody>
      </p:sp>
      <p:sp>
        <p:nvSpPr>
          <p:cNvPr id="32416" name="Rectangle 32415">
            <a:extLst>
              <a:ext uri="{FF2B5EF4-FFF2-40B4-BE49-F238E27FC236}">
                <a16:creationId xmlns:a16="http://schemas.microsoft.com/office/drawing/2014/main" id="{A7A89312-B950-E797-6C51-8B96736B1FA4}"/>
              </a:ext>
            </a:extLst>
          </p:cNvPr>
          <p:cNvSpPr/>
          <p:nvPr/>
        </p:nvSpPr>
        <p:spPr>
          <a:xfrm>
            <a:off x="609600" y="4190000"/>
            <a:ext cx="600000" cy="5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AEFF"/>
                </a:solidFill>
                <a:effectLst/>
                <a:latin typeface="Arial" panose="020B0604020202020204" pitchFamily="34" charset="0"/>
              </a:rPr>
              <a:t>04</a:t>
            </a:r>
          </a:p>
          <a:p>
            <a:pPr algn="l">
              <a:buNone/>
            </a:pPr>
            <a:r>
              <a:rPr lang="en-US" sz="100">
                <a:effectLst/>
              </a:rPr>
              <a:t> </a:t>
            </a:r>
            <a:endParaRPr lang="en-US"/>
          </a:p>
        </p:txBody>
      </p:sp>
      <p:sp>
        <p:nvSpPr>
          <p:cNvPr id="32557" name="Rectangle 32556">
            <a:extLst>
              <a:ext uri="{FF2B5EF4-FFF2-40B4-BE49-F238E27FC236}">
                <a16:creationId xmlns:a16="http://schemas.microsoft.com/office/drawing/2014/main" id="{3E1A84F4-F36B-D557-CF09-BA1C761839BE}"/>
              </a:ext>
            </a:extLst>
          </p:cNvPr>
          <p:cNvSpPr/>
          <p:nvPr/>
        </p:nvSpPr>
        <p:spPr>
          <a:xfrm>
            <a:off x="1250000" y="4190000"/>
            <a:ext cx="7500000" cy="5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Arial" panose="020B0604020202020204" pitchFamily="34" charset="0"/>
              </a:rPr>
              <a:t>Can our app servers reach anywhere on the internet?</a:t>
            </a:r>
          </a:p>
          <a:p>
            <a:pPr algn="l">
              <a:buNone/>
            </a:pPr>
            <a:r>
              <a:rPr lang="en-US" sz="100">
                <a:effectLst/>
              </a:rPr>
              <a:t> </a:t>
            </a:r>
            <a:endParaRPr lang="en-US"/>
          </a:p>
        </p:txBody>
      </p:sp>
      <p:sp>
        <p:nvSpPr>
          <p:cNvPr id="32699" name="Rectangle 32698">
            <a:extLst>
              <a:ext uri="{FF2B5EF4-FFF2-40B4-BE49-F238E27FC236}">
                <a16:creationId xmlns:a16="http://schemas.microsoft.com/office/drawing/2014/main" id="{70C0FB0B-C1D6-1973-3F9F-3328BD6AD660}"/>
              </a:ext>
            </a:extLst>
          </p:cNvPr>
          <p:cNvSpPr/>
          <p:nvPr/>
        </p:nvSpPr>
        <p:spPr>
          <a:xfrm>
            <a:off x="9000000" y="424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1</a:t>
            </a:r>
          </a:p>
          <a:p>
            <a:pPr algn="ctr">
              <a:buNone/>
            </a:pPr>
            <a:r>
              <a:rPr lang="en-US" sz="100">
                <a:effectLst/>
              </a:rPr>
              <a:t> </a:t>
            </a:r>
            <a:endParaRPr lang="en-US"/>
          </a:p>
        </p:txBody>
      </p:sp>
      <p:sp>
        <p:nvSpPr>
          <p:cNvPr id="32842" name="Rectangle 32841">
            <a:extLst>
              <a:ext uri="{FF2B5EF4-FFF2-40B4-BE49-F238E27FC236}">
                <a16:creationId xmlns:a16="http://schemas.microsoft.com/office/drawing/2014/main" id="{087C86EB-EBAF-67DC-2667-FEA18CA7DE98}"/>
              </a:ext>
            </a:extLst>
          </p:cNvPr>
          <p:cNvSpPr/>
          <p:nvPr/>
        </p:nvSpPr>
        <p:spPr>
          <a:xfrm>
            <a:off x="9510000" y="424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2</a:t>
            </a:r>
          </a:p>
          <a:p>
            <a:pPr algn="ctr">
              <a:buNone/>
            </a:pPr>
            <a:r>
              <a:rPr lang="en-US" sz="100">
                <a:effectLst/>
              </a:rPr>
              <a:t> </a:t>
            </a:r>
            <a:endParaRPr lang="en-US"/>
          </a:p>
        </p:txBody>
      </p:sp>
      <p:sp>
        <p:nvSpPr>
          <p:cNvPr id="32986" name="Rectangle 32985">
            <a:extLst>
              <a:ext uri="{FF2B5EF4-FFF2-40B4-BE49-F238E27FC236}">
                <a16:creationId xmlns:a16="http://schemas.microsoft.com/office/drawing/2014/main" id="{21F77FA0-4C23-BA07-2C22-29F291973426}"/>
              </a:ext>
            </a:extLst>
          </p:cNvPr>
          <p:cNvSpPr/>
          <p:nvPr/>
        </p:nvSpPr>
        <p:spPr>
          <a:xfrm>
            <a:off x="10020000" y="424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3</a:t>
            </a:r>
          </a:p>
          <a:p>
            <a:pPr algn="ctr">
              <a:buNone/>
            </a:pPr>
            <a:r>
              <a:rPr lang="en-US" sz="100">
                <a:effectLst/>
              </a:rPr>
              <a:t> </a:t>
            </a:r>
            <a:endParaRPr lang="en-US"/>
          </a:p>
        </p:txBody>
      </p:sp>
      <p:sp>
        <p:nvSpPr>
          <p:cNvPr id="33131" name="Rectangle 33130">
            <a:extLst>
              <a:ext uri="{FF2B5EF4-FFF2-40B4-BE49-F238E27FC236}">
                <a16:creationId xmlns:a16="http://schemas.microsoft.com/office/drawing/2014/main" id="{787FF85A-BC8B-DE41-4863-408FC88BBC0D}"/>
              </a:ext>
            </a:extLst>
          </p:cNvPr>
          <p:cNvSpPr/>
          <p:nvPr/>
        </p:nvSpPr>
        <p:spPr>
          <a:xfrm>
            <a:off x="10530000" y="424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4</a:t>
            </a:r>
          </a:p>
          <a:p>
            <a:pPr algn="ctr">
              <a:buNone/>
            </a:pPr>
            <a:r>
              <a:rPr lang="en-US" sz="100">
                <a:effectLst/>
              </a:rPr>
              <a:t> </a:t>
            </a:r>
            <a:endParaRPr lang="en-US"/>
          </a:p>
        </p:txBody>
      </p:sp>
      <p:sp>
        <p:nvSpPr>
          <p:cNvPr id="33277" name="Rectangle 33276">
            <a:extLst>
              <a:ext uri="{FF2B5EF4-FFF2-40B4-BE49-F238E27FC236}">
                <a16:creationId xmlns:a16="http://schemas.microsoft.com/office/drawing/2014/main" id="{1455AC85-B517-5FB0-18CC-888D8CF7B54A}"/>
              </a:ext>
            </a:extLst>
          </p:cNvPr>
          <p:cNvSpPr/>
          <p:nvPr/>
        </p:nvSpPr>
        <p:spPr>
          <a:xfrm>
            <a:off x="11040000" y="424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5</a:t>
            </a:r>
          </a:p>
          <a:p>
            <a:pPr algn="ctr">
              <a:buNone/>
            </a:pPr>
            <a:r>
              <a:rPr lang="en-US" sz="100">
                <a:effectLst/>
              </a:rPr>
              <a:t> </a:t>
            </a:r>
            <a:endParaRPr lang="en-US"/>
          </a:p>
        </p:txBody>
      </p:sp>
      <p:sp>
        <p:nvSpPr>
          <p:cNvPr id="33424" name="Rectangle 33423">
            <a:extLst>
              <a:ext uri="{FF2B5EF4-FFF2-40B4-BE49-F238E27FC236}">
                <a16:creationId xmlns:a16="http://schemas.microsoft.com/office/drawing/2014/main" id="{02719B23-2003-B0CE-18A8-FD7A974DDDB9}"/>
              </a:ext>
            </a:extLst>
          </p:cNvPr>
          <p:cNvSpPr/>
          <p:nvPr/>
        </p:nvSpPr>
        <p:spPr>
          <a:xfrm>
            <a:off x="609600" y="4870000"/>
            <a:ext cx="600000" cy="5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AEFF"/>
                </a:solidFill>
                <a:effectLst/>
                <a:latin typeface="Arial" panose="020B0604020202020204" pitchFamily="34" charset="0"/>
              </a:rPr>
              <a:t>05</a:t>
            </a:r>
          </a:p>
          <a:p>
            <a:pPr algn="l">
              <a:buNone/>
            </a:pPr>
            <a:r>
              <a:rPr lang="en-US" sz="100">
                <a:effectLst/>
              </a:rPr>
              <a:t> </a:t>
            </a:r>
            <a:endParaRPr lang="en-US"/>
          </a:p>
        </p:txBody>
      </p:sp>
      <p:sp>
        <p:nvSpPr>
          <p:cNvPr id="33572" name="Rectangle 33571">
            <a:extLst>
              <a:ext uri="{FF2B5EF4-FFF2-40B4-BE49-F238E27FC236}">
                <a16:creationId xmlns:a16="http://schemas.microsoft.com/office/drawing/2014/main" id="{FB430879-FA7C-8480-1824-1A825DD80693}"/>
              </a:ext>
            </a:extLst>
          </p:cNvPr>
          <p:cNvSpPr/>
          <p:nvPr/>
        </p:nvSpPr>
        <p:spPr>
          <a:xfrm>
            <a:off x="1250000" y="4870000"/>
            <a:ext cx="7500000" cy="5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Arial" panose="020B0604020202020204" pitchFamily="34" charset="0"/>
              </a:rPr>
              <a:t>Could we out-decide an attack that adapts to us in seconds?</a:t>
            </a:r>
          </a:p>
        </p:txBody>
      </p:sp>
      <p:sp>
        <p:nvSpPr>
          <p:cNvPr id="33721" name="Rectangle 33720">
            <a:extLst>
              <a:ext uri="{FF2B5EF4-FFF2-40B4-BE49-F238E27FC236}">
                <a16:creationId xmlns:a16="http://schemas.microsoft.com/office/drawing/2014/main" id="{2DD53E4F-0EF3-A62E-62D7-73037DDA3EEF}"/>
              </a:ext>
            </a:extLst>
          </p:cNvPr>
          <p:cNvSpPr/>
          <p:nvPr/>
        </p:nvSpPr>
        <p:spPr>
          <a:xfrm>
            <a:off x="9000000" y="492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1</a:t>
            </a:r>
          </a:p>
          <a:p>
            <a:pPr algn="ctr">
              <a:buNone/>
            </a:pPr>
            <a:r>
              <a:rPr lang="en-US" sz="100">
                <a:effectLst/>
              </a:rPr>
              <a:t> </a:t>
            </a:r>
            <a:endParaRPr lang="en-US"/>
          </a:p>
        </p:txBody>
      </p:sp>
      <p:sp>
        <p:nvSpPr>
          <p:cNvPr id="33871" name="Rectangle 33870">
            <a:extLst>
              <a:ext uri="{FF2B5EF4-FFF2-40B4-BE49-F238E27FC236}">
                <a16:creationId xmlns:a16="http://schemas.microsoft.com/office/drawing/2014/main" id="{42DE7038-547A-68DA-83A8-7DB92F10C7E9}"/>
              </a:ext>
            </a:extLst>
          </p:cNvPr>
          <p:cNvSpPr/>
          <p:nvPr/>
        </p:nvSpPr>
        <p:spPr>
          <a:xfrm>
            <a:off x="9510000" y="492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2</a:t>
            </a:r>
          </a:p>
          <a:p>
            <a:pPr algn="ctr">
              <a:buNone/>
            </a:pPr>
            <a:r>
              <a:rPr lang="en-US" sz="100">
                <a:effectLst/>
              </a:rPr>
              <a:t> </a:t>
            </a:r>
            <a:endParaRPr lang="en-US"/>
          </a:p>
        </p:txBody>
      </p:sp>
      <p:sp>
        <p:nvSpPr>
          <p:cNvPr id="34022" name="Rectangle 34021">
            <a:extLst>
              <a:ext uri="{FF2B5EF4-FFF2-40B4-BE49-F238E27FC236}">
                <a16:creationId xmlns:a16="http://schemas.microsoft.com/office/drawing/2014/main" id="{027F1E8B-310D-AF4F-A16B-9D7D2E7F476F}"/>
              </a:ext>
            </a:extLst>
          </p:cNvPr>
          <p:cNvSpPr/>
          <p:nvPr/>
        </p:nvSpPr>
        <p:spPr>
          <a:xfrm>
            <a:off x="10020000" y="492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3</a:t>
            </a:r>
          </a:p>
          <a:p>
            <a:pPr algn="ctr">
              <a:buNone/>
            </a:pPr>
            <a:r>
              <a:rPr lang="en-US" sz="100">
                <a:effectLst/>
              </a:rPr>
              <a:t> </a:t>
            </a:r>
            <a:endParaRPr lang="en-US"/>
          </a:p>
        </p:txBody>
      </p:sp>
      <p:sp>
        <p:nvSpPr>
          <p:cNvPr id="34174" name="Rectangle 34173">
            <a:extLst>
              <a:ext uri="{FF2B5EF4-FFF2-40B4-BE49-F238E27FC236}">
                <a16:creationId xmlns:a16="http://schemas.microsoft.com/office/drawing/2014/main" id="{9E2EA45F-BAAE-9574-F29C-2BC0113067E3}"/>
              </a:ext>
            </a:extLst>
          </p:cNvPr>
          <p:cNvSpPr/>
          <p:nvPr/>
        </p:nvSpPr>
        <p:spPr>
          <a:xfrm>
            <a:off x="10530000" y="492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4</a:t>
            </a:r>
          </a:p>
          <a:p>
            <a:pPr algn="ctr">
              <a:buNone/>
            </a:pPr>
            <a:r>
              <a:rPr lang="en-US" sz="100">
                <a:effectLst/>
              </a:rPr>
              <a:t> </a:t>
            </a:r>
            <a:endParaRPr lang="en-US"/>
          </a:p>
        </p:txBody>
      </p:sp>
      <p:sp>
        <p:nvSpPr>
          <p:cNvPr id="34327" name="Rectangle 34326">
            <a:extLst>
              <a:ext uri="{FF2B5EF4-FFF2-40B4-BE49-F238E27FC236}">
                <a16:creationId xmlns:a16="http://schemas.microsoft.com/office/drawing/2014/main" id="{5CB4053B-4DB1-9474-6766-B324F7E3969C}"/>
              </a:ext>
            </a:extLst>
          </p:cNvPr>
          <p:cNvSpPr/>
          <p:nvPr/>
        </p:nvSpPr>
        <p:spPr>
          <a:xfrm>
            <a:off x="11040000" y="492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5</a:t>
            </a:r>
          </a:p>
          <a:p>
            <a:pPr algn="ctr">
              <a:buNone/>
            </a:pPr>
            <a:r>
              <a:rPr lang="en-US" sz="100">
                <a:effectLst/>
              </a:rPr>
              <a:t> </a:t>
            </a:r>
            <a:endParaRPr lang="en-US"/>
          </a:p>
        </p:txBody>
      </p:sp>
      <p:sp>
        <p:nvSpPr>
          <p:cNvPr id="34481" name="Rectangle 34480">
            <a:extLst>
              <a:ext uri="{FF2B5EF4-FFF2-40B4-BE49-F238E27FC236}">
                <a16:creationId xmlns:a16="http://schemas.microsoft.com/office/drawing/2014/main" id="{76B1BA90-6031-6E5E-4B28-59E26B48E6F6}"/>
              </a:ext>
            </a:extLst>
          </p:cNvPr>
          <p:cNvSpPr/>
          <p:nvPr/>
        </p:nvSpPr>
        <p:spPr>
          <a:xfrm>
            <a:off x="609600" y="5550000"/>
            <a:ext cx="600000" cy="5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00AEFF"/>
                </a:solidFill>
                <a:effectLst/>
                <a:latin typeface="Arial" panose="020B0604020202020204" pitchFamily="34" charset="0"/>
              </a:rPr>
              <a:t>06</a:t>
            </a:r>
          </a:p>
          <a:p>
            <a:pPr algn="l">
              <a:buNone/>
            </a:pPr>
            <a:r>
              <a:rPr lang="en-US" sz="100">
                <a:effectLst/>
              </a:rPr>
              <a:t> </a:t>
            </a:r>
            <a:endParaRPr lang="en-US"/>
          </a:p>
        </p:txBody>
      </p:sp>
      <p:sp>
        <p:nvSpPr>
          <p:cNvPr id="34636" name="Rectangle 34635">
            <a:extLst>
              <a:ext uri="{FF2B5EF4-FFF2-40B4-BE49-F238E27FC236}">
                <a16:creationId xmlns:a16="http://schemas.microsoft.com/office/drawing/2014/main" id="{E8982FA9-A0F7-9F42-A31D-FEE3D7196F53}"/>
              </a:ext>
            </a:extLst>
          </p:cNvPr>
          <p:cNvSpPr/>
          <p:nvPr/>
        </p:nvSpPr>
        <p:spPr>
          <a:xfrm>
            <a:off x="1250000" y="5550000"/>
            <a:ext cx="7500000" cy="5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FFFFFF"/>
                </a:solidFill>
                <a:effectLst/>
                <a:latin typeface="Arial" panose="020B0604020202020204" pitchFamily="34" charset="0"/>
              </a:rPr>
              <a:t>Could a containment action trip our OT safety systems?</a:t>
            </a:r>
          </a:p>
        </p:txBody>
      </p:sp>
      <p:sp>
        <p:nvSpPr>
          <p:cNvPr id="34792" name="Rectangle 34791">
            <a:extLst>
              <a:ext uri="{FF2B5EF4-FFF2-40B4-BE49-F238E27FC236}">
                <a16:creationId xmlns:a16="http://schemas.microsoft.com/office/drawing/2014/main" id="{362755B7-1D9C-3BDD-4FA5-12D841F3CB18}"/>
              </a:ext>
            </a:extLst>
          </p:cNvPr>
          <p:cNvSpPr/>
          <p:nvPr/>
        </p:nvSpPr>
        <p:spPr>
          <a:xfrm>
            <a:off x="9000000" y="560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1</a:t>
            </a:r>
          </a:p>
          <a:p>
            <a:pPr algn="ctr">
              <a:buNone/>
            </a:pPr>
            <a:r>
              <a:rPr lang="en-US" sz="100">
                <a:effectLst/>
              </a:rPr>
              <a:t> </a:t>
            </a:r>
            <a:endParaRPr lang="en-US"/>
          </a:p>
        </p:txBody>
      </p:sp>
      <p:sp>
        <p:nvSpPr>
          <p:cNvPr id="34949" name="Rectangle 34948">
            <a:extLst>
              <a:ext uri="{FF2B5EF4-FFF2-40B4-BE49-F238E27FC236}">
                <a16:creationId xmlns:a16="http://schemas.microsoft.com/office/drawing/2014/main" id="{BDEE4FAD-E42C-BB9B-CFE7-878151BE3376}"/>
              </a:ext>
            </a:extLst>
          </p:cNvPr>
          <p:cNvSpPr/>
          <p:nvPr/>
        </p:nvSpPr>
        <p:spPr>
          <a:xfrm>
            <a:off x="9510000" y="560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2</a:t>
            </a:r>
          </a:p>
          <a:p>
            <a:pPr algn="ctr">
              <a:buNone/>
            </a:pPr>
            <a:r>
              <a:rPr lang="en-US" sz="100">
                <a:effectLst/>
              </a:rPr>
              <a:t> </a:t>
            </a:r>
            <a:endParaRPr lang="en-US"/>
          </a:p>
        </p:txBody>
      </p:sp>
      <p:sp>
        <p:nvSpPr>
          <p:cNvPr id="35107" name="Rectangle 35106">
            <a:extLst>
              <a:ext uri="{FF2B5EF4-FFF2-40B4-BE49-F238E27FC236}">
                <a16:creationId xmlns:a16="http://schemas.microsoft.com/office/drawing/2014/main" id="{1AA8CDF0-4E05-EB23-AB5A-B66F7D4BE860}"/>
              </a:ext>
            </a:extLst>
          </p:cNvPr>
          <p:cNvSpPr/>
          <p:nvPr/>
        </p:nvSpPr>
        <p:spPr>
          <a:xfrm>
            <a:off x="10020000" y="560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3</a:t>
            </a:r>
          </a:p>
          <a:p>
            <a:pPr algn="ctr">
              <a:buNone/>
            </a:pPr>
            <a:r>
              <a:rPr lang="en-US" sz="100">
                <a:effectLst/>
              </a:rPr>
              <a:t> </a:t>
            </a:r>
            <a:endParaRPr lang="en-US"/>
          </a:p>
        </p:txBody>
      </p:sp>
      <p:sp>
        <p:nvSpPr>
          <p:cNvPr id="35266" name="Rectangle 35265">
            <a:extLst>
              <a:ext uri="{FF2B5EF4-FFF2-40B4-BE49-F238E27FC236}">
                <a16:creationId xmlns:a16="http://schemas.microsoft.com/office/drawing/2014/main" id="{D00D0811-7D7E-4C1E-97E3-E8A2815F63E2}"/>
              </a:ext>
            </a:extLst>
          </p:cNvPr>
          <p:cNvSpPr/>
          <p:nvPr/>
        </p:nvSpPr>
        <p:spPr>
          <a:xfrm>
            <a:off x="10530000" y="560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4</a:t>
            </a:r>
          </a:p>
          <a:p>
            <a:pPr algn="ctr">
              <a:buNone/>
            </a:pPr>
            <a:r>
              <a:rPr lang="en-US" sz="100">
                <a:effectLst/>
              </a:rPr>
              <a:t> </a:t>
            </a:r>
            <a:endParaRPr lang="en-US"/>
          </a:p>
        </p:txBody>
      </p:sp>
      <p:sp>
        <p:nvSpPr>
          <p:cNvPr id="35426" name="Rectangle 35425">
            <a:extLst>
              <a:ext uri="{FF2B5EF4-FFF2-40B4-BE49-F238E27FC236}">
                <a16:creationId xmlns:a16="http://schemas.microsoft.com/office/drawing/2014/main" id="{66029D47-6A0C-2CF8-C62B-8A20498FDE2A}"/>
              </a:ext>
            </a:extLst>
          </p:cNvPr>
          <p:cNvSpPr/>
          <p:nvPr/>
        </p:nvSpPr>
        <p:spPr>
          <a:xfrm>
            <a:off x="11040000" y="5600000"/>
            <a:ext cx="420000" cy="42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a:solidFill>
                  <a:srgbClr val="D5E1F0"/>
                </a:solidFill>
                <a:effectLst/>
                <a:latin typeface="Arial" panose="020B0604020202020204" pitchFamily="34" charset="0"/>
              </a:rPr>
              <a:t>5</a:t>
            </a:r>
          </a:p>
          <a:p>
            <a:pPr algn="ctr">
              <a:buNone/>
            </a:pPr>
            <a:r>
              <a:rPr lang="en-US" sz="100">
                <a:effectLst/>
              </a:rPr>
              <a:t> </a:t>
            </a:r>
            <a:endParaRPr lang="en-US"/>
          </a:p>
        </p:txBody>
      </p:sp>
    </p:spTree>
    <p:extLst>
      <p:ext uri="{BB962C8B-B14F-4D97-AF65-F5344CB8AC3E}">
        <p14:creationId xmlns:p14="http://schemas.microsoft.com/office/powerpoint/2010/main" val="25239181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0025"/>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21697AB2-0583-492B-B26B-1BE1445CC5FE}"/>
              </a:ext>
            </a:extLst>
          </p:cNvPr>
          <p:cNvSpPr>
            <a:spLocks noGrp="1"/>
          </p:cNvSpPr>
          <p:nvPr/>
        </p:nvSpPr>
        <p:spPr>
          <a:xfrm>
            <a:off x="609600" y="266700"/>
            <a:ext cx="3810000" cy="190500"/>
          </a:xfrm>
          <a:prstGeom prst="rect">
            <a:avLst/>
          </a:prstGeom>
          <a:noFill/>
          <a:ln w="0">
            <a:noFill/>
            <a:prstDash val="solid"/>
          </a:ln>
        </p:spPr>
        <p:txBody>
          <a:bodyPr lIns="0" tIns="0" rIns="0" bIns="0" anchor="t">
            <a:noAutofit/>
          </a:bodyPr>
          <a:lstStyle/>
          <a:p>
            <a:pPr algn="l">
              <a:lnSpc>
                <a:spcPct val="105000"/>
              </a:lnSpc>
              <a:buNone/>
              <a:defRPr sz="975" b="1">
                <a:solidFill>
                  <a:srgbClr val="78DCFF"/>
                </a:solidFill>
                <a:latin typeface="Arial"/>
                <a:ea typeface="Arial"/>
                <a:cs typeface="Arial"/>
              </a:defRPr>
            </a:pPr>
            <a:r>
              <a:rPr sz="1200" b="1">
                <a:solidFill>
                  <a:srgbClr val="78DCFF"/>
                </a:solidFill>
                <a:latin typeface="Arial"/>
                <a:ea typeface="Arial"/>
                <a:cs typeface="Arial"/>
              </a:rPr>
              <a:t>THE CLOSE</a:t>
            </a:r>
          </a:p>
        </p:txBody>
      </p:sp>
      <p:sp>
        <p:nvSpPr>
          <p:cNvPr id="2" name="Rectangle 1">
            <a:extLst>
              <a:ext uri="{FF2B5EF4-FFF2-40B4-BE49-F238E27FC236}">
                <a16:creationId xmlns:a16="http://schemas.microsoft.com/office/drawing/2014/main" id="{43A32D22-DE9E-407C-94B1-9D5F9FA9759E}"/>
              </a:ext>
            </a:extLst>
          </p:cNvPr>
          <p:cNvSpPr>
            <a:spLocks noGrp="1"/>
          </p:cNvSpPr>
          <p:nvPr/>
        </p:nvSpPr>
        <p:spPr>
          <a:xfrm>
            <a:off x="609600" y="495300"/>
            <a:ext cx="9906000" cy="571500"/>
          </a:xfrm>
          <a:prstGeom prst="rect">
            <a:avLst/>
          </a:prstGeom>
          <a:noFill/>
          <a:ln w="0">
            <a:noFill/>
            <a:prstDash val="solid"/>
          </a:ln>
        </p:spPr>
        <p:txBody>
          <a:bodyPr lIns="0" tIns="0" rIns="0" bIns="0" anchor="t">
            <a:noAutofit/>
          </a:bodyPr>
          <a:lstStyle/>
          <a:p>
            <a:pPr algn="l">
              <a:lnSpc>
                <a:spcPct val="95000"/>
              </a:lnSpc>
              <a:buNone/>
              <a:defRPr sz="3000" b="1">
                <a:solidFill>
                  <a:srgbClr val="FFFFFF"/>
                </a:solidFill>
                <a:latin typeface="Arial"/>
                <a:ea typeface="Arial"/>
                <a:cs typeface="Arial"/>
              </a:defRPr>
            </a:pPr>
            <a:r>
              <a:rPr lang="en-US" sz="3000" b="1">
                <a:solidFill>
                  <a:srgbClr val="FFFFFF"/>
                </a:solidFill>
                <a:latin typeface="Arial"/>
                <a:ea typeface="Arial"/>
                <a:cs typeface="Arial"/>
              </a:rPr>
              <a:t>Before an agent comes for you</a:t>
            </a:r>
            <a:endParaRPr sz="3000" b="1">
              <a:solidFill>
                <a:srgbClr val="FFFFFF"/>
              </a:solidFill>
              <a:latin typeface="Arial"/>
              <a:ea typeface="Arial"/>
              <a:cs typeface="Arial"/>
            </a:endParaRPr>
          </a:p>
        </p:txBody>
      </p:sp>
      <p:sp>
        <p:nvSpPr>
          <p:cNvPr id="3" name="Straight Connector 2">
            <a:extLst>
              <a:ext uri="{FF2B5EF4-FFF2-40B4-BE49-F238E27FC236}">
                <a16:creationId xmlns:a16="http://schemas.microsoft.com/office/drawing/2014/main" id="{3F327E7A-14A3-4DE9-A788-5957A1E7D005}"/>
              </a:ext>
            </a:extLst>
          </p:cNvPr>
          <p:cNvSpPr>
            <a:spLocks noGrp="1"/>
          </p:cNvSpPr>
          <p:nvPr/>
        </p:nvSpPr>
        <p:spPr>
          <a:xfrm>
            <a:off x="609600" y="1104900"/>
            <a:ext cx="10953750" cy="9525"/>
          </a:xfrm>
          <a:prstGeom prst="line">
            <a:avLst/>
          </a:prstGeom>
          <a:noFill/>
          <a:ln w="9525">
            <a:solidFill>
              <a:srgbClr val="1E3A5F"/>
            </a:solidFill>
            <a:prstDash val="solid"/>
          </a:ln>
        </p:spPr>
        <p:txBody>
          <a:bodyPr/>
          <a:lstStyle/>
          <a:p>
            <a:endParaRPr lang="en-AU"/>
          </a:p>
        </p:txBody>
      </p:sp>
      <p:sp>
        <p:nvSpPr>
          <p:cNvPr id="4" name="Rectangle 3">
            <a:extLst>
              <a:ext uri="{FF2B5EF4-FFF2-40B4-BE49-F238E27FC236}">
                <a16:creationId xmlns:a16="http://schemas.microsoft.com/office/drawing/2014/main" id="{53866CAE-A4E1-4AAD-B5C3-BD83A3CA5695}"/>
              </a:ext>
            </a:extLst>
          </p:cNvPr>
          <p:cNvSpPr>
            <a:spLocks noGrp="1"/>
          </p:cNvSpPr>
          <p:nvPr/>
        </p:nvSpPr>
        <p:spPr>
          <a:xfrm>
            <a:off x="11268075" y="6496050"/>
            <a:ext cx="333375" cy="152400"/>
          </a:xfrm>
          <a:prstGeom prst="rect">
            <a:avLst/>
          </a:prstGeom>
          <a:noFill/>
          <a:ln w="0">
            <a:noFill/>
            <a:prstDash val="solid"/>
          </a:ln>
        </p:spPr>
        <p:txBody>
          <a:bodyPr lIns="0" tIns="0" rIns="0" bIns="0" anchor="t">
            <a:noAutofit/>
          </a:bodyPr>
          <a:lstStyle/>
          <a:p>
            <a:pPr algn="r">
              <a:lnSpc>
                <a:spcPct val="105000"/>
              </a:lnSpc>
              <a:buNone/>
              <a:defRPr sz="825" b="0">
                <a:solidFill>
                  <a:srgbClr val="9AA7B5"/>
                </a:solidFill>
                <a:latin typeface="Arial"/>
                <a:ea typeface="Arial"/>
                <a:cs typeface="Arial"/>
              </a:defRPr>
            </a:pPr>
            <a:r>
              <a:rPr lang="en-US" sz="1200" b="0">
                <a:solidFill>
                  <a:srgbClr val="9AA7B5"/>
                </a:solidFill>
                <a:latin typeface="Arial"/>
                <a:ea typeface="Arial"/>
                <a:cs typeface="Arial"/>
              </a:rPr>
              <a:t>26</a:t>
            </a:r>
          </a:p>
        </p:txBody>
      </p:sp>
      <p:sp>
        <p:nvSpPr>
          <p:cNvPr id="5" name="Rectangle 4">
            <a:extLst>
              <a:ext uri="{FF2B5EF4-FFF2-40B4-BE49-F238E27FC236}">
                <a16:creationId xmlns:a16="http://schemas.microsoft.com/office/drawing/2014/main" id="{47898D4B-8BE7-4F5A-B92D-70EC0B45FAB6}"/>
              </a:ext>
            </a:extLst>
          </p:cNvPr>
          <p:cNvSpPr>
            <a:spLocks noGrp="1"/>
          </p:cNvSpPr>
          <p:nvPr/>
        </p:nvSpPr>
        <p:spPr>
          <a:xfrm>
            <a:off x="685800" y="1428750"/>
            <a:ext cx="457200" cy="266700"/>
          </a:xfrm>
          <a:prstGeom prst="rect">
            <a:avLst/>
          </a:prstGeom>
          <a:noFill/>
          <a:ln w="0">
            <a:noFill/>
            <a:prstDash val="solid"/>
          </a:ln>
        </p:spPr>
        <p:txBody>
          <a:bodyPr lIns="0" tIns="0" rIns="0" bIns="0" anchor="t">
            <a:noAutofit/>
          </a:bodyPr>
          <a:lstStyle/>
          <a:p>
            <a:pPr algn="l">
              <a:lnSpc>
                <a:spcPct val="105000"/>
              </a:lnSpc>
              <a:buNone/>
              <a:defRPr sz="1200" b="1">
                <a:solidFill>
                  <a:srgbClr val="00AEFF"/>
                </a:solidFill>
                <a:latin typeface="Arial"/>
                <a:ea typeface="Arial"/>
                <a:cs typeface="Arial"/>
              </a:defRPr>
            </a:pPr>
            <a:r>
              <a:rPr sz="1200" b="1">
                <a:solidFill>
                  <a:srgbClr val="00AEFF"/>
                </a:solidFill>
                <a:latin typeface="Arial"/>
                <a:ea typeface="Arial"/>
                <a:cs typeface="Arial"/>
              </a:rPr>
              <a:t>01</a:t>
            </a:r>
          </a:p>
        </p:txBody>
      </p:sp>
      <p:sp>
        <p:nvSpPr>
          <p:cNvPr id="6" name="Rectangle 5">
            <a:extLst>
              <a:ext uri="{FF2B5EF4-FFF2-40B4-BE49-F238E27FC236}">
                <a16:creationId xmlns:a16="http://schemas.microsoft.com/office/drawing/2014/main" id="{C67A2B82-B478-49B5-9232-9496955C441D}"/>
              </a:ext>
            </a:extLst>
          </p:cNvPr>
          <p:cNvSpPr>
            <a:spLocks noGrp="1"/>
          </p:cNvSpPr>
          <p:nvPr/>
        </p:nvSpPr>
        <p:spPr>
          <a:xfrm>
            <a:off x="1238250" y="1362075"/>
            <a:ext cx="9906000" cy="514350"/>
          </a:xfrm>
          <a:prstGeom prst="rect">
            <a:avLst/>
          </a:prstGeom>
          <a:noFill/>
          <a:ln w="0">
            <a:noFill/>
            <a:prstDash val="solid"/>
          </a:ln>
        </p:spPr>
        <p:txBody>
          <a:bodyPr lIns="0" tIns="0" rIns="0" bIns="0" anchor="t">
            <a:noAutofit/>
          </a:bodyPr>
          <a:lstStyle/>
          <a:p>
            <a:pPr algn="l">
              <a:lnSpc>
                <a:spcPct val="105000"/>
              </a:lnSpc>
              <a:buNone/>
              <a:defRPr sz="1800" b="1">
                <a:solidFill>
                  <a:srgbClr val="FFFFFF"/>
                </a:solidFill>
                <a:latin typeface="Arial"/>
                <a:ea typeface="Arial"/>
                <a:cs typeface="Arial"/>
              </a:defRPr>
            </a:pPr>
            <a:r>
              <a:rPr lang="en-US" sz="1800" b="1">
                <a:solidFill>
                  <a:srgbClr val="FFFFFF"/>
                </a:solidFill>
                <a:latin typeface="Arial"/>
                <a:ea typeface="Arial"/>
                <a:cs typeface="Arial"/>
              </a:rPr>
              <a:t>Who is accountable for AI platforms the business stands up itself?</a:t>
            </a:r>
            <a:endParaRPr sz="1800" b="1">
              <a:solidFill>
                <a:srgbClr val="FFFFFF"/>
              </a:solidFill>
              <a:latin typeface="Arial"/>
              <a:ea typeface="Arial"/>
              <a:cs typeface="Arial"/>
            </a:endParaRPr>
          </a:p>
        </p:txBody>
      </p:sp>
      <p:sp>
        <p:nvSpPr>
          <p:cNvPr id="7" name="Rectangle 6">
            <a:extLst>
              <a:ext uri="{FF2B5EF4-FFF2-40B4-BE49-F238E27FC236}">
                <a16:creationId xmlns:a16="http://schemas.microsoft.com/office/drawing/2014/main" id="{62C4F1EB-7EE3-4B27-8A17-D6624E7448E3}"/>
              </a:ext>
            </a:extLst>
          </p:cNvPr>
          <p:cNvSpPr>
            <a:spLocks noGrp="1"/>
          </p:cNvSpPr>
          <p:nvPr/>
        </p:nvSpPr>
        <p:spPr>
          <a:xfrm>
            <a:off x="685800" y="2162175"/>
            <a:ext cx="457200" cy="266700"/>
          </a:xfrm>
          <a:prstGeom prst="rect">
            <a:avLst/>
          </a:prstGeom>
          <a:noFill/>
          <a:ln w="0">
            <a:noFill/>
            <a:prstDash val="solid"/>
          </a:ln>
        </p:spPr>
        <p:txBody>
          <a:bodyPr lIns="0" tIns="0" rIns="0" bIns="0" anchor="t">
            <a:noAutofit/>
          </a:bodyPr>
          <a:lstStyle/>
          <a:p>
            <a:pPr algn="l">
              <a:lnSpc>
                <a:spcPct val="105000"/>
              </a:lnSpc>
              <a:buNone/>
              <a:defRPr sz="1200" b="1">
                <a:solidFill>
                  <a:srgbClr val="00AEFF"/>
                </a:solidFill>
                <a:latin typeface="Arial"/>
                <a:ea typeface="Arial"/>
                <a:cs typeface="Arial"/>
              </a:defRPr>
            </a:pPr>
            <a:r>
              <a:rPr sz="1200" b="1">
                <a:solidFill>
                  <a:srgbClr val="00AEFF"/>
                </a:solidFill>
                <a:latin typeface="Arial"/>
                <a:ea typeface="Arial"/>
                <a:cs typeface="Arial"/>
              </a:rPr>
              <a:t>02</a:t>
            </a:r>
          </a:p>
        </p:txBody>
      </p:sp>
      <p:sp>
        <p:nvSpPr>
          <p:cNvPr id="8" name="Rectangle 7">
            <a:extLst>
              <a:ext uri="{FF2B5EF4-FFF2-40B4-BE49-F238E27FC236}">
                <a16:creationId xmlns:a16="http://schemas.microsoft.com/office/drawing/2014/main" id="{28E92220-61FD-4243-BFC3-113FAA3D1CBA}"/>
              </a:ext>
            </a:extLst>
          </p:cNvPr>
          <p:cNvSpPr>
            <a:spLocks noGrp="1"/>
          </p:cNvSpPr>
          <p:nvPr/>
        </p:nvSpPr>
        <p:spPr>
          <a:xfrm>
            <a:off x="1238250" y="2095500"/>
            <a:ext cx="9906000" cy="514350"/>
          </a:xfrm>
          <a:prstGeom prst="rect">
            <a:avLst/>
          </a:prstGeom>
          <a:noFill/>
          <a:ln w="0">
            <a:noFill/>
            <a:prstDash val="solid"/>
          </a:ln>
        </p:spPr>
        <p:txBody>
          <a:bodyPr lIns="0" tIns="0" rIns="0" bIns="0" anchor="t">
            <a:noAutofit/>
          </a:bodyPr>
          <a:lstStyle/>
          <a:p>
            <a:pPr algn="l">
              <a:lnSpc>
                <a:spcPct val="105000"/>
              </a:lnSpc>
              <a:buNone/>
              <a:defRPr sz="1800" b="1">
                <a:solidFill>
                  <a:srgbClr val="FFFFFF"/>
                </a:solidFill>
                <a:latin typeface="Arial"/>
                <a:ea typeface="Arial"/>
                <a:cs typeface="Arial"/>
              </a:defRPr>
            </a:pPr>
            <a:r>
              <a:rPr lang="en-US" sz="1800" b="1">
                <a:solidFill>
                  <a:srgbClr val="FFFFFF"/>
                </a:solidFill>
                <a:latin typeface="Arial"/>
                <a:ea typeface="Arial"/>
                <a:cs typeface="Arial"/>
              </a:rPr>
              <a:t>How much autonomy may a defensive AI agent have — and what may it never touch?</a:t>
            </a:r>
          </a:p>
        </p:txBody>
      </p:sp>
      <p:sp>
        <p:nvSpPr>
          <p:cNvPr id="9" name="Rectangle 8">
            <a:extLst>
              <a:ext uri="{FF2B5EF4-FFF2-40B4-BE49-F238E27FC236}">
                <a16:creationId xmlns:a16="http://schemas.microsoft.com/office/drawing/2014/main" id="{DF6ACC34-B88E-4B7D-BE82-E588B3172C08}"/>
              </a:ext>
            </a:extLst>
          </p:cNvPr>
          <p:cNvSpPr>
            <a:spLocks noGrp="1"/>
          </p:cNvSpPr>
          <p:nvPr/>
        </p:nvSpPr>
        <p:spPr>
          <a:xfrm>
            <a:off x="685800" y="2895600"/>
            <a:ext cx="457200" cy="266700"/>
          </a:xfrm>
          <a:prstGeom prst="rect">
            <a:avLst/>
          </a:prstGeom>
          <a:noFill/>
          <a:ln w="0">
            <a:noFill/>
            <a:prstDash val="solid"/>
          </a:ln>
        </p:spPr>
        <p:txBody>
          <a:bodyPr lIns="0" tIns="0" rIns="0" bIns="0" anchor="t">
            <a:noAutofit/>
          </a:bodyPr>
          <a:lstStyle/>
          <a:p>
            <a:pPr algn="l">
              <a:lnSpc>
                <a:spcPct val="105000"/>
              </a:lnSpc>
              <a:buNone/>
              <a:defRPr sz="1200" b="1">
                <a:solidFill>
                  <a:srgbClr val="00AEFF"/>
                </a:solidFill>
                <a:latin typeface="Arial"/>
                <a:ea typeface="Arial"/>
                <a:cs typeface="Arial"/>
              </a:defRPr>
            </a:pPr>
            <a:r>
              <a:rPr sz="1200" b="1">
                <a:solidFill>
                  <a:srgbClr val="00AEFF"/>
                </a:solidFill>
                <a:latin typeface="Arial"/>
                <a:ea typeface="Arial"/>
                <a:cs typeface="Arial"/>
              </a:rPr>
              <a:t>03</a:t>
            </a:r>
          </a:p>
        </p:txBody>
      </p:sp>
      <p:sp>
        <p:nvSpPr>
          <p:cNvPr id="10" name="Rectangle 9">
            <a:extLst>
              <a:ext uri="{FF2B5EF4-FFF2-40B4-BE49-F238E27FC236}">
                <a16:creationId xmlns:a16="http://schemas.microsoft.com/office/drawing/2014/main" id="{289069E4-8646-4FD0-8EA1-D9C4943F1F44}"/>
              </a:ext>
            </a:extLst>
          </p:cNvPr>
          <p:cNvSpPr>
            <a:spLocks noGrp="1"/>
          </p:cNvSpPr>
          <p:nvPr/>
        </p:nvSpPr>
        <p:spPr>
          <a:xfrm>
            <a:off x="1238250" y="2828925"/>
            <a:ext cx="9906000" cy="514350"/>
          </a:xfrm>
          <a:prstGeom prst="rect">
            <a:avLst/>
          </a:prstGeom>
          <a:noFill/>
          <a:ln w="0">
            <a:noFill/>
            <a:prstDash val="solid"/>
          </a:ln>
        </p:spPr>
        <p:txBody>
          <a:bodyPr lIns="0" tIns="0" rIns="0" bIns="0" anchor="t">
            <a:noAutofit/>
          </a:bodyPr>
          <a:lstStyle/>
          <a:p>
            <a:pPr algn="l">
              <a:lnSpc>
                <a:spcPct val="105000"/>
              </a:lnSpc>
              <a:buNone/>
              <a:defRPr sz="1800" b="1">
                <a:solidFill>
                  <a:srgbClr val="FFFFFF"/>
                </a:solidFill>
                <a:latin typeface="Arial"/>
                <a:ea typeface="Arial"/>
                <a:cs typeface="Arial"/>
              </a:defRPr>
            </a:pPr>
            <a:r>
              <a:rPr lang="en-US" sz="1800" b="1">
                <a:solidFill>
                  <a:srgbClr val="FFFFFF"/>
                </a:solidFill>
                <a:latin typeface="Arial"/>
                <a:ea typeface="Arial"/>
                <a:cs typeface="Arial"/>
              </a:rPr>
              <a:t>Would a containment action ever risk a safety event on our OT?</a:t>
            </a:r>
          </a:p>
        </p:txBody>
      </p:sp>
      <p:sp>
        <p:nvSpPr>
          <p:cNvPr id="11" name="Rectangle 10">
            <a:extLst>
              <a:ext uri="{FF2B5EF4-FFF2-40B4-BE49-F238E27FC236}">
                <a16:creationId xmlns:a16="http://schemas.microsoft.com/office/drawing/2014/main" id="{370AAD51-F130-41B5-9E30-832320922F2F}"/>
              </a:ext>
            </a:extLst>
          </p:cNvPr>
          <p:cNvSpPr>
            <a:spLocks noGrp="1"/>
          </p:cNvSpPr>
          <p:nvPr/>
        </p:nvSpPr>
        <p:spPr>
          <a:xfrm>
            <a:off x="685800" y="3629025"/>
            <a:ext cx="457200" cy="266700"/>
          </a:xfrm>
          <a:prstGeom prst="rect">
            <a:avLst/>
          </a:prstGeom>
          <a:noFill/>
          <a:ln w="0">
            <a:noFill/>
            <a:prstDash val="solid"/>
          </a:ln>
        </p:spPr>
        <p:txBody>
          <a:bodyPr lIns="0" tIns="0" rIns="0" bIns="0" anchor="t">
            <a:noAutofit/>
          </a:bodyPr>
          <a:lstStyle/>
          <a:p>
            <a:pPr algn="l">
              <a:lnSpc>
                <a:spcPct val="105000"/>
              </a:lnSpc>
              <a:buNone/>
              <a:defRPr sz="1200" b="1">
                <a:solidFill>
                  <a:srgbClr val="00AEFF"/>
                </a:solidFill>
                <a:latin typeface="Arial"/>
                <a:ea typeface="Arial"/>
                <a:cs typeface="Arial"/>
              </a:defRPr>
            </a:pPr>
            <a:r>
              <a:rPr sz="1200" b="1">
                <a:solidFill>
                  <a:srgbClr val="00AEFF"/>
                </a:solidFill>
                <a:latin typeface="Arial"/>
                <a:ea typeface="Arial"/>
                <a:cs typeface="Arial"/>
              </a:rPr>
              <a:t>04</a:t>
            </a:r>
          </a:p>
        </p:txBody>
      </p:sp>
      <p:sp>
        <p:nvSpPr>
          <p:cNvPr id="12" name="Rectangle 11">
            <a:extLst>
              <a:ext uri="{FF2B5EF4-FFF2-40B4-BE49-F238E27FC236}">
                <a16:creationId xmlns:a16="http://schemas.microsoft.com/office/drawing/2014/main" id="{B3F6E13E-69AC-43BD-9518-F3ABAE9E41FE}"/>
              </a:ext>
            </a:extLst>
          </p:cNvPr>
          <p:cNvSpPr>
            <a:spLocks noGrp="1"/>
          </p:cNvSpPr>
          <p:nvPr/>
        </p:nvSpPr>
        <p:spPr>
          <a:xfrm>
            <a:off x="1238250" y="3562350"/>
            <a:ext cx="9906000" cy="514350"/>
          </a:xfrm>
          <a:prstGeom prst="rect">
            <a:avLst/>
          </a:prstGeom>
          <a:noFill/>
          <a:ln w="0">
            <a:noFill/>
            <a:prstDash val="solid"/>
          </a:ln>
        </p:spPr>
        <p:txBody>
          <a:bodyPr lIns="0" tIns="0" rIns="0" bIns="0" anchor="t">
            <a:noAutofit/>
          </a:bodyPr>
          <a:lstStyle/>
          <a:p>
            <a:pPr algn="l">
              <a:lnSpc>
                <a:spcPct val="105000"/>
              </a:lnSpc>
              <a:buNone/>
              <a:defRPr sz="1800" b="1">
                <a:solidFill>
                  <a:srgbClr val="FFFFFF"/>
                </a:solidFill>
                <a:latin typeface="Arial"/>
                <a:ea typeface="Arial"/>
                <a:cs typeface="Arial"/>
              </a:defRPr>
            </a:pPr>
            <a:r>
              <a:rPr lang="en-US" sz="1800" b="1">
                <a:solidFill>
                  <a:srgbClr val="FFFFFF"/>
                </a:solidFill>
                <a:latin typeface="Arial"/>
                <a:ea typeface="Arial"/>
                <a:cs typeface="Arial"/>
              </a:rPr>
              <a:t>What is our position on paying, and on negotiating with an AI?</a:t>
            </a:r>
            <a:endParaRPr sz="1800" b="1">
              <a:solidFill>
                <a:srgbClr val="FFFFFF"/>
              </a:solidFill>
              <a:latin typeface="Arial"/>
              <a:ea typeface="Arial"/>
              <a:cs typeface="Arial"/>
            </a:endParaRPr>
          </a:p>
        </p:txBody>
      </p:sp>
      <p:sp>
        <p:nvSpPr>
          <p:cNvPr id="13" name="Rectangle 12">
            <a:extLst>
              <a:ext uri="{FF2B5EF4-FFF2-40B4-BE49-F238E27FC236}">
                <a16:creationId xmlns:a16="http://schemas.microsoft.com/office/drawing/2014/main" id="{B7FB7797-14B5-4F2A-A7C8-EC7A11BD983F}"/>
              </a:ext>
            </a:extLst>
          </p:cNvPr>
          <p:cNvSpPr>
            <a:spLocks noGrp="1"/>
          </p:cNvSpPr>
          <p:nvPr/>
        </p:nvSpPr>
        <p:spPr>
          <a:xfrm>
            <a:off x="685800" y="4362450"/>
            <a:ext cx="457200" cy="266700"/>
          </a:xfrm>
          <a:prstGeom prst="rect">
            <a:avLst/>
          </a:prstGeom>
          <a:noFill/>
          <a:ln w="0">
            <a:noFill/>
            <a:prstDash val="solid"/>
          </a:ln>
        </p:spPr>
        <p:txBody>
          <a:bodyPr lIns="0" tIns="0" rIns="0" bIns="0" anchor="t">
            <a:noAutofit/>
          </a:bodyPr>
          <a:lstStyle/>
          <a:p>
            <a:pPr algn="l">
              <a:lnSpc>
                <a:spcPct val="105000"/>
              </a:lnSpc>
              <a:buNone/>
              <a:defRPr sz="1200" b="1">
                <a:solidFill>
                  <a:srgbClr val="E5484D"/>
                </a:solidFill>
                <a:latin typeface="Arial"/>
                <a:ea typeface="Arial"/>
                <a:cs typeface="Arial"/>
              </a:defRPr>
            </a:pPr>
            <a:r>
              <a:rPr sz="1200" b="1">
                <a:solidFill>
                  <a:srgbClr val="E5484D"/>
                </a:solidFill>
                <a:latin typeface="Arial"/>
                <a:ea typeface="Arial"/>
                <a:cs typeface="Arial"/>
              </a:rPr>
              <a:t>05</a:t>
            </a:r>
          </a:p>
        </p:txBody>
      </p:sp>
      <p:sp>
        <p:nvSpPr>
          <p:cNvPr id="14" name="Rectangle 13">
            <a:extLst>
              <a:ext uri="{FF2B5EF4-FFF2-40B4-BE49-F238E27FC236}">
                <a16:creationId xmlns:a16="http://schemas.microsoft.com/office/drawing/2014/main" id="{871188A2-356E-482C-9B0E-A6CB0CFD9FAB}"/>
              </a:ext>
            </a:extLst>
          </p:cNvPr>
          <p:cNvSpPr>
            <a:spLocks noGrp="1"/>
          </p:cNvSpPr>
          <p:nvPr/>
        </p:nvSpPr>
        <p:spPr>
          <a:xfrm>
            <a:off x="1238250" y="4295775"/>
            <a:ext cx="9906000" cy="514350"/>
          </a:xfrm>
          <a:prstGeom prst="rect">
            <a:avLst/>
          </a:prstGeom>
          <a:noFill/>
          <a:ln w="0">
            <a:noFill/>
            <a:prstDash val="solid"/>
          </a:ln>
        </p:spPr>
        <p:txBody>
          <a:bodyPr lIns="0" tIns="0" rIns="0" bIns="0" anchor="t">
            <a:noAutofit/>
          </a:bodyPr>
          <a:lstStyle/>
          <a:p>
            <a:pPr algn="l">
              <a:lnSpc>
                <a:spcPct val="105000"/>
              </a:lnSpc>
              <a:buNone/>
              <a:defRPr sz="1800" b="1">
                <a:solidFill>
                  <a:srgbClr val="FFFFFF"/>
                </a:solidFill>
                <a:latin typeface="Arial"/>
                <a:ea typeface="Arial"/>
                <a:cs typeface="Arial"/>
              </a:defRPr>
            </a:pPr>
            <a:r>
              <a:rPr lang="en-US" sz="1800" b="1">
                <a:solidFill>
                  <a:srgbClr val="FFFFFF"/>
                </a:solidFill>
                <a:latin typeface="Arial"/>
                <a:ea typeface="Arial"/>
                <a:cs typeface="Arial"/>
              </a:rPr>
              <a:t>Do we keep agentic AI and govern it, or retreat — and is that decision written down?</a:t>
            </a:r>
          </a:p>
        </p:txBody>
      </p:sp>
      <p:sp>
        <p:nvSpPr>
          <p:cNvPr id="15" name="Rectangle: Rounded Corners 14">
            <a:extLst>
              <a:ext uri="{FF2B5EF4-FFF2-40B4-BE49-F238E27FC236}">
                <a16:creationId xmlns:a16="http://schemas.microsoft.com/office/drawing/2014/main" id="{8E6F165E-1B0F-4795-9A84-180F73F9A0DE}"/>
              </a:ext>
            </a:extLst>
          </p:cNvPr>
          <p:cNvSpPr>
            <a:spLocks noGrp="1"/>
          </p:cNvSpPr>
          <p:nvPr/>
        </p:nvSpPr>
        <p:spPr>
          <a:xfrm>
            <a:off x="666750" y="5391150"/>
            <a:ext cx="10572750" cy="723900"/>
          </a:xfrm>
          <a:prstGeom prst="roundRect">
            <a:avLst>
              <a:gd name="adj" fmla="val 10526"/>
            </a:avLst>
          </a:prstGeom>
          <a:solidFill>
            <a:srgbClr val="0B2448"/>
          </a:solidFill>
          <a:ln w="9525">
            <a:solidFill>
              <a:srgbClr val="25466E"/>
            </a:solidFill>
            <a:prstDash val="solid"/>
          </a:ln>
        </p:spPr>
        <p:txBody>
          <a:bodyPr/>
          <a:lstStyle/>
          <a:p>
            <a:endParaRPr lang="en-AU"/>
          </a:p>
        </p:txBody>
      </p:sp>
      <p:sp>
        <p:nvSpPr>
          <p:cNvPr id="16" name="Rectangle 15">
            <a:extLst>
              <a:ext uri="{FF2B5EF4-FFF2-40B4-BE49-F238E27FC236}">
                <a16:creationId xmlns:a16="http://schemas.microsoft.com/office/drawing/2014/main" id="{641E5360-57D0-4B7A-AE69-270AF860F4AE}"/>
              </a:ext>
            </a:extLst>
          </p:cNvPr>
          <p:cNvSpPr>
            <a:spLocks noGrp="1"/>
          </p:cNvSpPr>
          <p:nvPr/>
        </p:nvSpPr>
        <p:spPr>
          <a:xfrm>
            <a:off x="895350" y="5562600"/>
            <a:ext cx="10096500" cy="381000"/>
          </a:xfrm>
          <a:prstGeom prst="rect">
            <a:avLst/>
          </a:prstGeom>
          <a:noFill/>
          <a:ln w="0">
            <a:noFill/>
            <a:prstDash val="solid"/>
          </a:ln>
        </p:spPr>
        <p:txBody>
          <a:bodyPr lIns="0" tIns="0" rIns="0" bIns="0" anchor="ctr">
            <a:noAutofit/>
          </a:bodyPr>
          <a:lstStyle/>
          <a:p>
            <a:pPr algn="ctr">
              <a:lnSpc>
                <a:spcPct val="105000"/>
              </a:lnSpc>
              <a:buNone/>
              <a:defRPr sz="1800" b="1">
                <a:solidFill>
                  <a:srgbClr val="00FFFF"/>
                </a:solidFill>
                <a:latin typeface="Arial"/>
                <a:ea typeface="Arial"/>
                <a:cs typeface="Arial"/>
              </a:defRPr>
            </a:pPr>
            <a:r>
              <a:rPr lang="en-US" sz="1800" b="1">
                <a:solidFill>
                  <a:srgbClr val="00FFFF"/>
                </a:solidFill>
                <a:latin typeface="Arial"/>
                <a:ea typeface="Arial"/>
                <a:cs typeface="Arial"/>
              </a:rPr>
              <a:t>The attacker now thinks in seconds. Can your organisation decide in time?</a:t>
            </a:r>
            <a:endParaRPr sz="1800" b="1">
              <a:solidFill>
                <a:srgbClr val="00FFFF"/>
              </a:solidFill>
              <a:latin typeface="Arial"/>
              <a:ea typeface="Arial"/>
              <a:cs typeface="Arial"/>
            </a:endParaRPr>
          </a:p>
        </p:txBody>
      </p:sp>
      <p:sp>
        <p:nvSpPr>
          <p:cNvPr id="17" name="Rectangle 16">
            <a:extLst>
              <a:ext uri="{FF2B5EF4-FFF2-40B4-BE49-F238E27FC236}">
                <a16:creationId xmlns:a16="http://schemas.microsoft.com/office/drawing/2014/main" id="{2B354E20-36FC-438F-AC8A-DAF7A4204E74}"/>
              </a:ext>
            </a:extLst>
          </p:cNvPr>
          <p:cNvSpPr>
            <a:spLocks noGrp="1"/>
          </p:cNvSpPr>
          <p:nvPr/>
        </p:nvSpPr>
        <p:spPr>
          <a:xfrm>
            <a:off x="895350" y="6191250"/>
            <a:ext cx="10096500" cy="228600"/>
          </a:xfrm>
          <a:prstGeom prst="rect">
            <a:avLst/>
          </a:prstGeom>
          <a:noFill/>
          <a:ln w="0">
            <a:noFill/>
            <a:prstDash val="solid"/>
          </a:ln>
        </p:spPr>
        <p:txBody>
          <a:bodyPr lIns="0" tIns="0" rIns="0" bIns="0" anchor="t">
            <a:noAutofit/>
          </a:bodyPr>
          <a:lstStyle/>
          <a:p>
            <a:pPr algn="ctr">
              <a:lnSpc>
                <a:spcPct val="105000"/>
              </a:lnSpc>
              <a:buNone/>
              <a:defRPr sz="1350" b="0">
                <a:solidFill>
                  <a:srgbClr val="78DCFF"/>
                </a:solidFill>
                <a:latin typeface="Arial"/>
                <a:ea typeface="Arial"/>
                <a:cs typeface="Arial"/>
              </a:defRPr>
            </a:pPr>
            <a:r>
              <a:rPr sz="1350" b="0">
                <a:solidFill>
                  <a:srgbClr val="78DCFF"/>
                </a:solidFill>
                <a:latin typeface="Arial"/>
                <a:ea typeface="Arial"/>
                <a:cs typeface="Arial"/>
              </a:rPr>
              <a:t>Take away: one control to test · an owner · a date</a:t>
            </a:r>
          </a:p>
        </p:txBody>
      </p:sp>
    </p:spTree>
    <p:extLst>
      <p:ext uri="{BB962C8B-B14F-4D97-AF65-F5344CB8AC3E}">
        <p14:creationId xmlns:p14="http://schemas.microsoft.com/office/powerpoint/2010/main" val="10343580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0025"/>
        </a:solidFill>
        <a:effectLst/>
      </p:bgPr>
    </p:bg>
    <p:spTree>
      <p:nvGrpSpPr>
        <p:cNvPr id="1" name=""/>
        <p:cNvGrpSpPr/>
        <p:nvPr/>
      </p:nvGrpSpPr>
      <p:grpSpPr>
        <a:xfrm>
          <a:off x="0" y="0"/>
          <a:ext cx="0" cy="0"/>
          <a:chOff x="0" y="0"/>
          <a:chExt cx="0" cy="0"/>
        </a:xfrm>
      </p:grpSpPr>
      <p:sp>
        <p:nvSpPr>
          <p:cNvPr id="1006" name="Rectangle 1005">
            <a:extLst>
              <a:ext uri="{FF2B5EF4-FFF2-40B4-BE49-F238E27FC236}">
                <a16:creationId xmlns:a16="http://schemas.microsoft.com/office/drawing/2014/main" id="{3A872F2D-9948-10DE-EEE2-7664FDA06C59}"/>
              </a:ext>
            </a:extLst>
          </p:cNvPr>
          <p:cNvSpPr/>
          <p:nvPr/>
        </p:nvSpPr>
        <p:spPr>
          <a:xfrm>
            <a:off x="609600" y="236000"/>
            <a:ext cx="10972800" cy="2593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100">
                <a:solidFill>
                  <a:srgbClr val="78DCFF"/>
                </a:solidFill>
                <a:effectLst/>
                <a:latin typeface="Arial" panose="020B0604020202020204" pitchFamily="34" charset="0"/>
              </a:rPr>
              <a:t>OPTIONAL · LIVE COMPANION</a:t>
            </a:r>
          </a:p>
        </p:txBody>
      </p:sp>
      <p:sp>
        <p:nvSpPr>
          <p:cNvPr id="1050" name="Rectangle 1049">
            <a:extLst>
              <a:ext uri="{FF2B5EF4-FFF2-40B4-BE49-F238E27FC236}">
                <a16:creationId xmlns:a16="http://schemas.microsoft.com/office/drawing/2014/main" id="{7BAC37FC-75EF-6AF0-DEFA-CF90D38C722C}"/>
              </a:ext>
            </a:extLst>
          </p:cNvPr>
          <p:cNvSpPr/>
          <p:nvPr/>
        </p:nvSpPr>
        <p:spPr>
          <a:xfrm>
            <a:off x="609600" y="495300"/>
            <a:ext cx="10972800" cy="5715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200" b="1">
                <a:solidFill>
                  <a:srgbClr val="FFFFFF"/>
                </a:solidFill>
                <a:effectLst/>
                <a:latin typeface="Arial" panose="020B0604020202020204" pitchFamily="34" charset="0"/>
              </a:rPr>
              <a:t>Build the adversary, then defend</a:t>
            </a:r>
          </a:p>
        </p:txBody>
      </p:sp>
      <p:sp>
        <p:nvSpPr>
          <p:cNvPr id="1095" name="Rectangle 1094">
            <a:extLst>
              <a:ext uri="{FF2B5EF4-FFF2-40B4-BE49-F238E27FC236}">
                <a16:creationId xmlns:a16="http://schemas.microsoft.com/office/drawing/2014/main" id="{40525B49-6021-C4FA-9E22-F782B03FFB90}"/>
              </a:ext>
            </a:extLst>
          </p:cNvPr>
          <p:cNvSpPr/>
          <p:nvPr/>
        </p:nvSpPr>
        <p:spPr>
          <a:xfrm>
            <a:off x="609600" y="1104900"/>
            <a:ext cx="10972800" cy="9525"/>
          </a:xfrm>
          <a:prstGeom prst="rect">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1" name="Rectangle 1140">
            <a:extLst>
              <a:ext uri="{FF2B5EF4-FFF2-40B4-BE49-F238E27FC236}">
                <a16:creationId xmlns:a16="http://schemas.microsoft.com/office/drawing/2014/main" id="{B6DE8880-A786-FEC3-2FF0-F475E0F20EE8}"/>
              </a:ext>
            </a:extLst>
          </p:cNvPr>
          <p:cNvSpPr/>
          <p:nvPr/>
        </p:nvSpPr>
        <p:spPr>
          <a:xfrm>
            <a:off x="11100000" y="6400000"/>
            <a:ext cx="500000" cy="2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9FB3CC"/>
                </a:solidFill>
                <a:effectLst/>
                <a:latin typeface="Arial" panose="020B0604020202020204" pitchFamily="34" charset="0"/>
              </a:rPr>
              <a:t>27</a:t>
            </a:r>
          </a:p>
        </p:txBody>
      </p:sp>
      <p:sp>
        <p:nvSpPr>
          <p:cNvPr id="1188" name="Rectangle 1187">
            <a:extLst>
              <a:ext uri="{FF2B5EF4-FFF2-40B4-BE49-F238E27FC236}">
                <a16:creationId xmlns:a16="http://schemas.microsoft.com/office/drawing/2014/main" id="{19A69893-72DE-3436-01C6-EC52830B1547}"/>
              </a:ext>
            </a:extLst>
          </p:cNvPr>
          <p:cNvSpPr/>
          <p:nvPr/>
        </p:nvSpPr>
        <p:spPr>
          <a:xfrm>
            <a:off x="609600" y="1300000"/>
            <a:ext cx="10972800"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a:solidFill>
                  <a:srgbClr val="D5E1F0"/>
                </a:solidFill>
                <a:effectLst/>
                <a:latin typeface="Arial" panose="020B0604020202020204" pitchFamily="34" charset="0"/>
              </a:rPr>
              <a:t>A browser companion that opens the exercise. Teams build a fictional AI attacker, 'launch' it in a dramatised machine-speed run, then triage the first signal and defend through six hard decisions — SOC to board.</a:t>
            </a:r>
          </a:p>
        </p:txBody>
      </p:sp>
      <p:sp>
        <p:nvSpPr>
          <p:cNvPr id="1236" name="Rectangle 1235">
            <a:extLst>
              <a:ext uri="{FF2B5EF4-FFF2-40B4-BE49-F238E27FC236}">
                <a16:creationId xmlns:a16="http://schemas.microsoft.com/office/drawing/2014/main" id="{6F2EAFCB-5500-76D4-3358-D3910990A6BD}"/>
              </a:ext>
            </a:extLst>
          </p:cNvPr>
          <p:cNvSpPr/>
          <p:nvPr/>
        </p:nvSpPr>
        <p:spPr>
          <a:xfrm>
            <a:off x="609600" y="2200000"/>
            <a:ext cx="3500000" cy="26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5" name="Oval 1284">
            <a:extLst>
              <a:ext uri="{FF2B5EF4-FFF2-40B4-BE49-F238E27FC236}">
                <a16:creationId xmlns:a16="http://schemas.microsoft.com/office/drawing/2014/main" id="{C61F815B-E436-0605-40AA-C44068037EFF}"/>
              </a:ext>
            </a:extLst>
          </p:cNvPr>
          <p:cNvSpPr/>
          <p:nvPr/>
        </p:nvSpPr>
        <p:spPr>
          <a:xfrm>
            <a:off x="859600" y="2400000"/>
            <a:ext cx="640080" cy="640080"/>
          </a:xfrm>
          <a:prstGeom prst="ellipse">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1</a:t>
            </a:r>
          </a:p>
          <a:p>
            <a:pPr algn="ctr">
              <a:buNone/>
            </a:pPr>
            <a:r>
              <a:rPr lang="en-US" sz="100">
                <a:effectLst/>
              </a:rPr>
              <a:t> </a:t>
            </a:r>
            <a:endParaRPr lang="en-US"/>
          </a:p>
        </p:txBody>
      </p:sp>
      <p:sp>
        <p:nvSpPr>
          <p:cNvPr id="1335" name="Rectangle 1334">
            <a:extLst>
              <a:ext uri="{FF2B5EF4-FFF2-40B4-BE49-F238E27FC236}">
                <a16:creationId xmlns:a16="http://schemas.microsoft.com/office/drawing/2014/main" id="{932B2B6F-EDE4-8414-A950-7A59436E62B0}"/>
              </a:ext>
            </a:extLst>
          </p:cNvPr>
          <p:cNvSpPr/>
          <p:nvPr/>
        </p:nvSpPr>
        <p:spPr>
          <a:xfrm>
            <a:off x="859600" y="3180000"/>
            <a:ext cx="3000000" cy="4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Build &amp; launch</a:t>
            </a:r>
          </a:p>
        </p:txBody>
      </p:sp>
      <p:sp>
        <p:nvSpPr>
          <p:cNvPr id="1386" name="Rectangle 1385">
            <a:extLst>
              <a:ext uri="{FF2B5EF4-FFF2-40B4-BE49-F238E27FC236}">
                <a16:creationId xmlns:a16="http://schemas.microsoft.com/office/drawing/2014/main" id="{15C09EA7-4B75-827D-918A-E59C81A6CACA}"/>
              </a:ext>
            </a:extLst>
          </p:cNvPr>
          <p:cNvSpPr/>
          <p:nvPr/>
        </p:nvSpPr>
        <p:spPr>
          <a:xfrm>
            <a:off x="859600" y="3650000"/>
            <a:ext cx="3000000" cy="9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Assemble the attacker from real 2025–26 options and watch it run — narrative only, no tools or code.</a:t>
            </a:r>
          </a:p>
        </p:txBody>
      </p:sp>
      <p:sp>
        <p:nvSpPr>
          <p:cNvPr id="1438" name="Rectangle 1437">
            <a:extLst>
              <a:ext uri="{FF2B5EF4-FFF2-40B4-BE49-F238E27FC236}">
                <a16:creationId xmlns:a16="http://schemas.microsoft.com/office/drawing/2014/main" id="{552E6FE1-55FC-58FC-0E06-115DF5F58A4B}"/>
              </a:ext>
            </a:extLst>
          </p:cNvPr>
          <p:cNvSpPr/>
          <p:nvPr/>
        </p:nvSpPr>
        <p:spPr>
          <a:xfrm>
            <a:off x="4346000" y="2200000"/>
            <a:ext cx="3500000" cy="26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1" name="Oval 1490">
            <a:extLst>
              <a:ext uri="{FF2B5EF4-FFF2-40B4-BE49-F238E27FC236}">
                <a16:creationId xmlns:a16="http://schemas.microsoft.com/office/drawing/2014/main" id="{FC744189-CEE8-77A4-7267-C37FD59FB125}"/>
              </a:ext>
            </a:extLst>
          </p:cNvPr>
          <p:cNvSpPr/>
          <p:nvPr/>
        </p:nvSpPr>
        <p:spPr>
          <a:xfrm>
            <a:off x="4596000" y="2400000"/>
            <a:ext cx="640080" cy="640080"/>
          </a:xfrm>
          <a:prstGeom prst="ellipse">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2</a:t>
            </a:r>
          </a:p>
          <a:p>
            <a:pPr algn="ctr">
              <a:buNone/>
            </a:pPr>
            <a:r>
              <a:rPr lang="en-US" sz="100">
                <a:effectLst/>
              </a:rPr>
              <a:t> </a:t>
            </a:r>
            <a:endParaRPr lang="en-US"/>
          </a:p>
        </p:txBody>
      </p:sp>
      <p:sp>
        <p:nvSpPr>
          <p:cNvPr id="1545" name="Rectangle 1544">
            <a:extLst>
              <a:ext uri="{FF2B5EF4-FFF2-40B4-BE49-F238E27FC236}">
                <a16:creationId xmlns:a16="http://schemas.microsoft.com/office/drawing/2014/main" id="{6C2C4ABF-0A1D-F48D-864A-D5BD28E88CF9}"/>
              </a:ext>
            </a:extLst>
          </p:cNvPr>
          <p:cNvSpPr/>
          <p:nvPr/>
        </p:nvSpPr>
        <p:spPr>
          <a:xfrm>
            <a:off x="4596000" y="3180000"/>
            <a:ext cx="3000000" cy="4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Triage, then decide</a:t>
            </a:r>
          </a:p>
        </p:txBody>
      </p:sp>
      <p:sp>
        <p:nvSpPr>
          <p:cNvPr id="1600" name="Rectangle 1599">
            <a:extLst>
              <a:ext uri="{FF2B5EF4-FFF2-40B4-BE49-F238E27FC236}">
                <a16:creationId xmlns:a16="http://schemas.microsoft.com/office/drawing/2014/main" id="{9461FB41-7083-B67B-7117-8E344F96678F}"/>
              </a:ext>
            </a:extLst>
          </p:cNvPr>
          <p:cNvSpPr/>
          <p:nvPr/>
        </p:nvSpPr>
        <p:spPr>
          <a:xfrm>
            <a:off x="4596000" y="3650000"/>
            <a:ext cx="3000000" cy="9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Start by deciding if it's even an incident — your AI assistant may be wrong — then work six branching dilemmas.</a:t>
            </a:r>
          </a:p>
        </p:txBody>
      </p:sp>
      <p:sp>
        <p:nvSpPr>
          <p:cNvPr id="1656" name="Rectangle 1655">
            <a:extLst>
              <a:ext uri="{FF2B5EF4-FFF2-40B4-BE49-F238E27FC236}">
                <a16:creationId xmlns:a16="http://schemas.microsoft.com/office/drawing/2014/main" id="{C2B9B74D-EFAC-357D-9451-B38175D5F761}"/>
              </a:ext>
            </a:extLst>
          </p:cNvPr>
          <p:cNvSpPr/>
          <p:nvPr/>
        </p:nvSpPr>
        <p:spPr>
          <a:xfrm>
            <a:off x="8082400" y="2200000"/>
            <a:ext cx="3500000" cy="2600000"/>
          </a:xfrm>
          <a:prstGeom prst="rect">
            <a:avLst/>
          </a:prstGeom>
          <a:solidFill>
            <a:srgbClr val="0A1B3A"/>
          </a:solidFill>
          <a:ln w="12700">
            <a:solidFill>
              <a:srgbClr val="1E3A5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3" name="Oval 1712">
            <a:extLst>
              <a:ext uri="{FF2B5EF4-FFF2-40B4-BE49-F238E27FC236}">
                <a16:creationId xmlns:a16="http://schemas.microsoft.com/office/drawing/2014/main" id="{1188D05C-F5C0-0552-3B7A-634DC64C7245}"/>
              </a:ext>
            </a:extLst>
          </p:cNvPr>
          <p:cNvSpPr/>
          <p:nvPr/>
        </p:nvSpPr>
        <p:spPr>
          <a:xfrm>
            <a:off x="8332400" y="2400000"/>
            <a:ext cx="640080" cy="640080"/>
          </a:xfrm>
          <a:prstGeom prst="ellipse">
            <a:avLst/>
          </a:prstGeom>
          <a:solidFill>
            <a:srgbClr val="1E3A5F"/>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2000" b="1">
                <a:solidFill>
                  <a:srgbClr val="78DCFF"/>
                </a:solidFill>
                <a:effectLst/>
                <a:latin typeface="Arial" panose="020B0604020202020204" pitchFamily="34" charset="0"/>
              </a:rPr>
              <a:t>3</a:t>
            </a:r>
          </a:p>
          <a:p>
            <a:pPr algn="ctr">
              <a:buNone/>
            </a:pPr>
            <a:r>
              <a:rPr lang="en-US" sz="100">
                <a:effectLst/>
              </a:rPr>
              <a:t> </a:t>
            </a:r>
            <a:endParaRPr lang="en-US"/>
          </a:p>
        </p:txBody>
      </p:sp>
      <p:sp>
        <p:nvSpPr>
          <p:cNvPr id="1771" name="Rectangle 1770">
            <a:extLst>
              <a:ext uri="{FF2B5EF4-FFF2-40B4-BE49-F238E27FC236}">
                <a16:creationId xmlns:a16="http://schemas.microsoft.com/office/drawing/2014/main" id="{6F9913F9-B1BA-F656-1EED-3A7EF51893F7}"/>
              </a:ext>
            </a:extLst>
          </p:cNvPr>
          <p:cNvSpPr/>
          <p:nvPr/>
        </p:nvSpPr>
        <p:spPr>
          <a:xfrm>
            <a:off x="8332400" y="3180000"/>
            <a:ext cx="3000000" cy="4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Compare &amp; debrief</a:t>
            </a:r>
          </a:p>
        </p:txBody>
      </p:sp>
      <p:sp>
        <p:nvSpPr>
          <p:cNvPr id="1830" name="Rectangle 1829">
            <a:extLst>
              <a:ext uri="{FF2B5EF4-FFF2-40B4-BE49-F238E27FC236}">
                <a16:creationId xmlns:a16="http://schemas.microsoft.com/office/drawing/2014/main" id="{2A37DD4D-A927-0085-3D42-1DBBDE274A8F}"/>
              </a:ext>
            </a:extLst>
          </p:cNvPr>
          <p:cNvSpPr/>
          <p:nvPr/>
        </p:nvSpPr>
        <p:spPr>
          <a:xfrm>
            <a:off x="8332400" y="3650000"/>
            <a:ext cx="3000000" cy="9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a:solidFill>
                  <a:srgbClr val="D5E1F0"/>
                </a:solidFill>
                <a:effectLst/>
                <a:latin typeface="Arial" panose="020B0604020202020204" pitchFamily="34" charset="0"/>
              </a:rPr>
              <a:t>Teams vote A–D, see the trade-offs, and compare on a shared scoreboard.</a:t>
            </a:r>
          </a:p>
        </p:txBody>
      </p:sp>
      <p:sp>
        <p:nvSpPr>
          <p:cNvPr id="1890" name="Rectangle 1889">
            <a:extLst>
              <a:ext uri="{FF2B5EF4-FFF2-40B4-BE49-F238E27FC236}">
                <a16:creationId xmlns:a16="http://schemas.microsoft.com/office/drawing/2014/main" id="{30C1E8C0-DC6B-42A6-F562-CC5DCF9C3331}"/>
              </a:ext>
            </a:extLst>
          </p:cNvPr>
          <p:cNvSpPr/>
          <p:nvPr/>
        </p:nvSpPr>
        <p:spPr>
          <a:xfrm>
            <a:off x="609600" y="5050000"/>
            <a:ext cx="10972800" cy="850000"/>
          </a:xfrm>
          <a:prstGeom prst="rect">
            <a:avLst/>
          </a:prstGeom>
          <a:solidFill>
            <a:srgbClr val="0E2A52"/>
          </a:solidFill>
          <a:ln w="12700">
            <a:solidFill>
              <a:srgbClr val="00AEFF"/>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800" b="1">
                <a:solidFill>
                  <a:srgbClr val="FFFFFF"/>
                </a:solidFill>
                <a:effectLst/>
                <a:latin typeface="Arial" panose="020B0604020202020204" pitchFamily="34" charset="0"/>
              </a:rPr>
              <a:t>Illustrative and defender-focused: narrative only, no operational attack detail. Link and QR provided separately.</a:t>
            </a:r>
          </a:p>
        </p:txBody>
      </p:sp>
    </p:spTree>
    <p:extLst>
      <p:ext uri="{BB962C8B-B14F-4D97-AF65-F5344CB8AC3E}">
        <p14:creationId xmlns:p14="http://schemas.microsoft.com/office/powerpoint/2010/main" val="189755066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6865A79-58F0-424C-B608-55A794D5D820}">
  <we:reference id="WA200010001" version="1.0.0.1" store="Omex" storeType="OMEX"/>
  <we:alternateReferences>
    <we:reference id="WA200010001" version="1.0.0.1" store="WA200010001" storeType="OMEX"/>
  </we:alternateReferences>
  <we:properties>
    <we:property name="claude.fileId" value="&quot;59cbaa81-f059-43da-8677-fe6b71cae7b2&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834338DB4B3DA4BA56CFD942D768FDC" ma:contentTypeVersion="19" ma:contentTypeDescription="Create a new document." ma:contentTypeScope="" ma:versionID="85f18bde25513fae76ebecd2d34f4f79">
  <xsd:schema xmlns:xsd="http://www.w3.org/2001/XMLSchema" xmlns:xs="http://www.w3.org/2001/XMLSchema" xmlns:p="http://schemas.microsoft.com/office/2006/metadata/properties" xmlns:ns3="d23d1123-eafc-42f2-829e-6574d24d3783" xmlns:ns4="cf515069-f85f-4b4d-8aa0-22131b91302e" targetNamespace="http://schemas.microsoft.com/office/2006/metadata/properties" ma:root="true" ma:fieldsID="22ab9041802a8c88d2ffb9550b181567" ns3:_="" ns4:_="">
    <xsd:import namespace="d23d1123-eafc-42f2-829e-6574d24d3783"/>
    <xsd:import namespace="cf515069-f85f-4b4d-8aa0-22131b91302e"/>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4:SharedWithUsers" minOccurs="0"/>
                <xsd:element ref="ns4:SharedWithDetails" minOccurs="0"/>
                <xsd:element ref="ns4:SharingHintHash" minOccurs="0"/>
                <xsd:element ref="ns3:MediaServiceLocation" minOccurs="0"/>
                <xsd:element ref="ns3:MediaServiceAutoKeyPoints" minOccurs="0"/>
                <xsd:element ref="ns3:MediaServiceKeyPoints" minOccurs="0"/>
                <xsd:element ref="ns3:MediaLengthInSeconds" minOccurs="0"/>
                <xsd:element ref="ns3:_activity" minOccurs="0"/>
                <xsd:element ref="ns3:MediaServiceObjectDetectorVersions" minOccurs="0"/>
                <xsd:element ref="ns3:MediaServiceSystemTag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3d1123-eafc-42f2-829e-6574d24d378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description="" ma:hidden="true" ma:indexed="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Location" ma:index="18" nillable="true" ma:displayName="Location" ma:description="" ma:indexed="true"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f515069-f85f-4b4d-8aa0-22131b91302e"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SharingHintHash" ma:index="17"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d23d1123-eafc-42f2-829e-6574d24d3783" xsi:nil="true"/>
  </documentManagement>
</p:properties>
</file>

<file path=customXml/itemProps1.xml><?xml version="1.0" encoding="utf-8"?>
<ds:datastoreItem xmlns:ds="http://schemas.openxmlformats.org/officeDocument/2006/customXml" ds:itemID="{F2063764-1469-4BB4-9DD3-23FDDE2E53DC}">
  <ds:schemaRefs>
    <ds:schemaRef ds:uri="cf515069-f85f-4b4d-8aa0-22131b91302e"/>
    <ds:schemaRef ds:uri="d23d1123-eafc-42f2-829e-6574d24d378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C5EAB03-EDE3-4F84-AEE1-4D84A9466286}">
  <ds:schemaRefs>
    <ds:schemaRef ds:uri="http://schemas.microsoft.com/sharepoint/v3/contenttype/forms"/>
  </ds:schemaRefs>
</ds:datastoreItem>
</file>

<file path=customXml/itemProps3.xml><?xml version="1.0" encoding="utf-8"?>
<ds:datastoreItem xmlns:ds="http://schemas.openxmlformats.org/officeDocument/2006/customXml" ds:itemID="{230C82CC-78A0-40B0-85BA-73A02EDD0CC4}">
  <ds:schemaRefs>
    <ds:schemaRef ds:uri="d23d1123-eafc-42f2-829e-6574d24d3783"/>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0</TotalTime>
  <Words>8178</Words>
  <Application>Microsoft Office PowerPoint</Application>
  <PresentationFormat>Widescreen</PresentationFormat>
  <Paragraphs>899</Paragraphs>
  <Slides>27</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Aptos</vt: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Richard Dornhart</cp:lastModifiedBy>
  <cp:revision>19</cp:revision>
  <dcterms:created xsi:type="dcterms:W3CDTF">2026-09-06T01:59:37Z</dcterms:created>
  <dcterms:modified xsi:type="dcterms:W3CDTF">2026-10-11T23:57:40Z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ChatGPT:3</vt:lpwstr>
  </property>
  <property fmtid="{D5CDD505-2E9C-101B-9397-08002B2CF9AE}" pid="3" name="ClassificationContentMarkingFooterText">
    <vt:lpwstr>IN-CONFIDENCE</vt:lpwstr>
  </property>
  <property fmtid="{D5CDD505-2E9C-101B-9397-08002B2CF9AE}" pid="4" name="ContentTypeId">
    <vt:lpwstr>0x010100C834338DB4B3DA4BA56CFD942D768FDC</vt:lpwstr>
  </property>
  <property fmtid="{D5CDD505-2E9C-101B-9397-08002B2CF9AE}" pid="5" name="MSIP_Label_8aaf459c-98df-4b0b-a658-59b7cdb3dd3e_Enabled">
    <vt:lpwstr>true</vt:lpwstr>
  </property>
  <property fmtid="{D5CDD505-2E9C-101B-9397-08002B2CF9AE}" pid="6" name="MSIP_Label_8aaf459c-98df-4b0b-a658-59b7cdb3dd3e_SetDate">
    <vt:lpwstr>2026-09-29T12:45:17Z</vt:lpwstr>
  </property>
  <property fmtid="{D5CDD505-2E9C-101B-9397-08002B2CF9AE}" pid="7" name="MSIP_Label_8aaf459c-98df-4b0b-a658-59b7cdb3dd3e_Method">
    <vt:lpwstr>Standard</vt:lpwstr>
  </property>
  <property fmtid="{D5CDD505-2E9C-101B-9397-08002B2CF9AE}" pid="8" name="MSIP_Label_8aaf459c-98df-4b0b-a658-59b7cdb3dd3e_Name">
    <vt:lpwstr>IN-CONFIDENCE</vt:lpwstr>
  </property>
  <property fmtid="{D5CDD505-2E9C-101B-9397-08002B2CF9AE}" pid="9" name="MSIP_Label_8aaf459c-98df-4b0b-a658-59b7cdb3dd3e_SiteId">
    <vt:lpwstr>aee1d42e-29d0-401f-b3a7-4dfa337692cc</vt:lpwstr>
  </property>
  <property fmtid="{D5CDD505-2E9C-101B-9397-08002B2CF9AE}" pid="10" name="MSIP_Label_8aaf459c-98df-4b0b-a658-59b7cdb3dd3e_ActionId">
    <vt:lpwstr>ce183261-942c-48a5-b1d6-8e65f6ae746f</vt:lpwstr>
  </property>
  <property fmtid="{D5CDD505-2E9C-101B-9397-08002B2CF9AE}" pid="11" name="MSIP_Label_8aaf459c-98df-4b0b-a658-59b7cdb3dd3e_ContentBits">
    <vt:lpwstr>0</vt:lpwstr>
  </property>
</Properties>
</file>